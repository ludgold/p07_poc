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4" r:id="rId6"/>
    <p:sldId id="259" r:id="rId7"/>
    <p:sldId id="260" r:id="rId8"/>
    <p:sldId id="262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LDSTEIN Ludivine" userId="94097dde-c6ed-4b55-b7be-82589a3be72f" providerId="ADAL" clId="{0829D6BF-FF9E-4D7E-A4EB-C7DFCF3D9694}"/>
    <pc:docChg chg="custSel modSld">
      <pc:chgData name="GOLDSTEIN Ludivine" userId="94097dde-c6ed-4b55-b7be-82589a3be72f" providerId="ADAL" clId="{0829D6BF-FF9E-4D7E-A4EB-C7DFCF3D9694}" dt="2026-03-11T07:47:35.516" v="3" actId="313"/>
      <pc:docMkLst>
        <pc:docMk/>
      </pc:docMkLst>
      <pc:sldChg chg="modSp mod">
        <pc:chgData name="GOLDSTEIN Ludivine" userId="94097dde-c6ed-4b55-b7be-82589a3be72f" providerId="ADAL" clId="{0829D6BF-FF9E-4D7E-A4EB-C7DFCF3D9694}" dt="2026-03-11T07:47:35.516" v="3" actId="313"/>
        <pc:sldMkLst>
          <pc:docMk/>
          <pc:sldMk cId="4181619831" sldId="263"/>
        </pc:sldMkLst>
        <pc:spChg chg="mod">
          <ac:chgData name="GOLDSTEIN Ludivine" userId="94097dde-c6ed-4b55-b7be-82589a3be72f" providerId="ADAL" clId="{0829D6BF-FF9E-4D7E-A4EB-C7DFCF3D9694}" dt="2026-03-11T07:47:35.516" v="3" actId="313"/>
          <ac:spMkLst>
            <pc:docMk/>
            <pc:sldMk cId="4181619831" sldId="263"/>
            <ac:spMk id="3" creationId="{0C7F0CE0-CA19-E3AC-6D6F-2A775556E04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D8496A-34C5-4580-A71E-43C7E7D2EF4D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57B3C823-9F53-4DFD-A409-62F0C927A71A}">
      <dgm:prSet phldrT="[Texte]" phldr="0"/>
      <dgm:spPr/>
      <dgm:t>
        <a:bodyPr/>
        <a:lstStyle/>
        <a:p>
          <a:r>
            <a:rPr lang="fr-FR" dirty="0"/>
            <a:t>MINUS</a:t>
          </a:r>
        </a:p>
      </dgm:t>
    </dgm:pt>
    <dgm:pt modelId="{65A6F5E5-4EC0-4BB3-9950-88B8BDEACDFF}" type="parTrans" cxnId="{D6B06087-4A3D-45F7-A65D-238094D9F9DC}">
      <dgm:prSet/>
      <dgm:spPr/>
      <dgm:t>
        <a:bodyPr/>
        <a:lstStyle/>
        <a:p>
          <a:endParaRPr lang="fr-FR"/>
        </a:p>
      </dgm:t>
    </dgm:pt>
    <dgm:pt modelId="{8EE9A102-5F61-4378-BDF5-69D461FAE704}" type="sibTrans" cxnId="{D6B06087-4A3D-45F7-A65D-238094D9F9DC}">
      <dgm:prSet/>
      <dgm:spPr/>
      <dgm:t>
        <a:bodyPr/>
        <a:lstStyle/>
        <a:p>
          <a:endParaRPr lang="fr-FR"/>
        </a:p>
      </dgm:t>
    </dgm:pt>
    <dgm:pt modelId="{D9F91AD2-EDB5-4FBB-937E-A0C054CF5037}">
      <dgm:prSet phldrT="[Texte]" phldr="1"/>
      <dgm:spPr/>
      <dgm:t>
        <a:bodyPr/>
        <a:lstStyle/>
        <a:p>
          <a:endParaRPr lang="fr-FR"/>
        </a:p>
      </dgm:t>
    </dgm:pt>
    <dgm:pt modelId="{3804E0FD-2077-4F53-BBA5-DB0F7BB07399}" type="parTrans" cxnId="{796DB1A8-9871-459C-B687-E3A5E30BADA5}">
      <dgm:prSet/>
      <dgm:spPr/>
      <dgm:t>
        <a:bodyPr/>
        <a:lstStyle/>
        <a:p>
          <a:endParaRPr lang="fr-FR"/>
        </a:p>
      </dgm:t>
    </dgm:pt>
    <dgm:pt modelId="{318793A9-0974-4A6B-AB6C-B17C12E53183}" type="sibTrans" cxnId="{796DB1A8-9871-459C-B687-E3A5E30BADA5}">
      <dgm:prSet/>
      <dgm:spPr/>
      <dgm:t>
        <a:bodyPr/>
        <a:lstStyle/>
        <a:p>
          <a:endParaRPr lang="fr-FR"/>
        </a:p>
      </dgm:t>
    </dgm:pt>
    <dgm:pt modelId="{4B9ABEEF-6CA9-4321-B915-4C43171FD9E9}">
      <dgm:prSet phldrT="[Texte]"/>
      <dgm:spPr/>
      <dgm:t>
        <a:bodyPr/>
        <a:lstStyle/>
        <a:p>
          <a:r>
            <a:rPr lang="fr-FR" dirty="0"/>
            <a:t>2026	10	0	6 177	9504
2026	11	0	6 877	10581
2026	12	0	7 184	11053
2026	13	0	7 149	10999
2026	14	0	7 474	11499
2026	15	0	6 572	10112
2026	16	0	7 568	11644
2026	17	0	7 928	12198
2026	18	0	7 049	10845
2026	19	0	6 704	10315
2026	20	0	5 746	8841
2026	21	0	6 870	10570
2026	22	0	5 813	8943
2026	23	0	6 061	9325
2026	24	0	6 541	10063
2026	25	0	6 587	10135
2026	26	0	6 137	9443
2026	27	0	6 159	9476
2026	28	0	6 475	9962
2026	29	0	5 479	8430
2026	30	0	7 316	11257
2026	31	0	8 414	12946
</a:t>
          </a:r>
        </a:p>
      </dgm:t>
    </dgm:pt>
    <dgm:pt modelId="{BE1B3F04-CF99-4CEF-84D6-54DDEE990E79}" type="parTrans" cxnId="{988446B4-BBCA-403F-B1D2-FD2FD17EE83E}">
      <dgm:prSet/>
      <dgm:spPr/>
      <dgm:t>
        <a:bodyPr/>
        <a:lstStyle/>
        <a:p>
          <a:endParaRPr lang="fr-FR"/>
        </a:p>
      </dgm:t>
    </dgm:pt>
    <dgm:pt modelId="{91117F8C-9529-471A-A24D-AF1640FF7F82}" type="sibTrans" cxnId="{988446B4-BBCA-403F-B1D2-FD2FD17EE83E}">
      <dgm:prSet/>
      <dgm:spPr/>
      <dgm:t>
        <a:bodyPr/>
        <a:lstStyle/>
        <a:p>
          <a:endParaRPr lang="fr-FR"/>
        </a:p>
      </dgm:t>
    </dgm:pt>
    <dgm:pt modelId="{8B5165E9-BB20-4551-A0DD-D76DC5E9119D}">
      <dgm:prSet phldrT="[Texte]" phldr="0"/>
      <dgm:spPr/>
      <dgm:t>
        <a:bodyPr/>
        <a:lstStyle/>
        <a:p>
          <a:r>
            <a:rPr lang="fr-FR" dirty="0"/>
            <a:t>CORTEX EXOG</a:t>
          </a:r>
        </a:p>
      </dgm:t>
    </dgm:pt>
    <dgm:pt modelId="{BBE6117F-8FFB-443B-840C-50AD00AEA176}" type="parTrans" cxnId="{6314D077-1695-4E69-B0EB-CE6DA3C3C31F}">
      <dgm:prSet/>
      <dgm:spPr/>
      <dgm:t>
        <a:bodyPr/>
        <a:lstStyle/>
        <a:p>
          <a:endParaRPr lang="fr-FR"/>
        </a:p>
      </dgm:t>
    </dgm:pt>
    <dgm:pt modelId="{BBAF371F-F667-4949-9133-1C9223D42986}" type="sibTrans" cxnId="{6314D077-1695-4E69-B0EB-CE6DA3C3C31F}">
      <dgm:prSet/>
      <dgm:spPr/>
      <dgm:t>
        <a:bodyPr/>
        <a:lstStyle/>
        <a:p>
          <a:endParaRPr lang="fr-FR"/>
        </a:p>
      </dgm:t>
    </dgm:pt>
    <dgm:pt modelId="{69FD442A-F1B0-4109-9716-F765C73610C3}">
      <dgm:prSet phldrT="[Texte]"/>
      <dgm:spPr/>
      <dgm:t>
        <a:bodyPr/>
        <a:lstStyle/>
        <a:p>
          <a:r>
            <a:rPr lang="fr-FR" dirty="0"/>
            <a:t>2026	10	0	6 108	9398
2026	11	0	6 726	10348
2026	12	0	7 012	10788
2026	13	0	6 985	10747
2026	14	0	7 183	11052
2026	15	0	6 234	9592
2026	16	0	7 148	10997
2026	17	0	7 568	11643
2026	18	0	6 919	10646
2026	19	0	6 785	10439
2026	20	0	5 983	9206
2026	21	0	7 075	10886
2026	22	0	6 009	9246
2026	23	0	6 355	9778
2026	24	0	6 895	10608
2026	25	0	6 960	10709
2026	26	0	6 412	9865
2026	27	0	6 230	9585
2026	28	0	6 381	9818
2026	29	0	5 344	8222
2026	30	0	7 184	11053
2026	31	0	8 264	12715
</a:t>
          </a:r>
        </a:p>
      </dgm:t>
    </dgm:pt>
    <dgm:pt modelId="{A0295612-DAC2-4D5F-94E1-E3477784FE7A}" type="parTrans" cxnId="{6B5971E7-B11C-49E5-9F23-7B1C92ADFA94}">
      <dgm:prSet/>
      <dgm:spPr/>
      <dgm:t>
        <a:bodyPr/>
        <a:lstStyle/>
        <a:p>
          <a:endParaRPr lang="fr-FR"/>
        </a:p>
      </dgm:t>
    </dgm:pt>
    <dgm:pt modelId="{1A4E7CFB-1D7D-4FFC-A88E-A43999F8F0F6}" type="sibTrans" cxnId="{6B5971E7-B11C-49E5-9F23-7B1C92ADFA94}">
      <dgm:prSet/>
      <dgm:spPr/>
      <dgm:t>
        <a:bodyPr/>
        <a:lstStyle/>
        <a:p>
          <a:endParaRPr lang="fr-FR"/>
        </a:p>
      </dgm:t>
    </dgm:pt>
    <dgm:pt modelId="{1F2709E7-1F3A-4150-8441-756D6FCC9C96}">
      <dgm:prSet phldrT="[Texte]" phldr="0"/>
      <dgm:spPr/>
      <dgm:t>
        <a:bodyPr/>
        <a:lstStyle/>
        <a:p>
          <a:r>
            <a:rPr lang="fr-FR" dirty="0"/>
            <a:t>CORTEXEXOGTarifs2026</a:t>
          </a:r>
        </a:p>
      </dgm:t>
    </dgm:pt>
    <dgm:pt modelId="{97BFAB63-AFC8-4E1C-BB3E-A279C5FA7613}" type="parTrans" cxnId="{FD351750-4724-4756-959E-8A8AD3237FE2}">
      <dgm:prSet/>
      <dgm:spPr/>
      <dgm:t>
        <a:bodyPr/>
        <a:lstStyle/>
        <a:p>
          <a:endParaRPr lang="fr-FR"/>
        </a:p>
      </dgm:t>
    </dgm:pt>
    <dgm:pt modelId="{70ADF957-6A54-45A2-A300-0D254B1A4D5E}" type="sibTrans" cxnId="{FD351750-4724-4756-959E-8A8AD3237FE2}">
      <dgm:prSet/>
      <dgm:spPr/>
      <dgm:t>
        <a:bodyPr/>
        <a:lstStyle/>
        <a:p>
          <a:endParaRPr lang="fr-FR"/>
        </a:p>
      </dgm:t>
    </dgm:pt>
    <dgm:pt modelId="{1CE63668-52C3-4C98-B455-15E3EE2941E1}">
      <dgm:prSet phldrT="[Texte]" phldr="1"/>
      <dgm:spPr/>
      <dgm:t>
        <a:bodyPr/>
        <a:lstStyle/>
        <a:p>
          <a:endParaRPr lang="fr-FR"/>
        </a:p>
      </dgm:t>
    </dgm:pt>
    <dgm:pt modelId="{24400AFA-CCFD-474F-BD5C-917610F53DD1}" type="parTrans" cxnId="{2446DA80-768C-4C94-A965-9AE9D5F3ED6D}">
      <dgm:prSet/>
      <dgm:spPr/>
      <dgm:t>
        <a:bodyPr/>
        <a:lstStyle/>
        <a:p>
          <a:endParaRPr lang="fr-FR"/>
        </a:p>
      </dgm:t>
    </dgm:pt>
    <dgm:pt modelId="{49F765D1-2590-4D47-89AD-A5716FE5128F}" type="sibTrans" cxnId="{2446DA80-768C-4C94-A965-9AE9D5F3ED6D}">
      <dgm:prSet/>
      <dgm:spPr/>
      <dgm:t>
        <a:bodyPr/>
        <a:lstStyle/>
        <a:p>
          <a:endParaRPr lang="fr-FR"/>
        </a:p>
      </dgm:t>
    </dgm:pt>
    <dgm:pt modelId="{D430A6C7-70A6-4120-B1A5-C8A35F78FC56}">
      <dgm:prSet/>
      <dgm:spPr/>
      <dgm:t>
        <a:bodyPr/>
        <a:lstStyle/>
        <a:p>
          <a:r>
            <a:rPr lang="fr-FR" dirty="0"/>
            <a:t>2026	10	0	6 122	9420
2026	11	0	6 760	10400
2026	12	0	7 061	10863
2026	13	0	7 048	10843
2026	14	0	7 208	11091
2026	15	0	6 254	9622
2026	16	0	7 190	11062
2026	17	0	7 616	11718
2026	18	0	6 945	10686
2026	19	0	6 793	10451
2026	20	0	6 030	9278
2026	21	0	7 128	10966
2026	22	0	6 074	9346
2026	23	0	6 394	9837
2026	24	0	6 946	10687
2026	25	0	7 030	10816
2026	26	0	6 503	10005
2026	27	0	6 279	9661
2026	28	0	6 415	9871
2026	29	0	5 403	8313
2026	30	0	7 246	11148
2026	31	0	8 342	12835</a:t>
          </a:r>
        </a:p>
      </dgm:t>
    </dgm:pt>
    <dgm:pt modelId="{46404BD7-5DC0-483F-8FAA-5A82E16FD04A}" type="parTrans" cxnId="{8A2B44DD-8BEC-4026-9504-5D2245E7BE76}">
      <dgm:prSet/>
      <dgm:spPr/>
      <dgm:t>
        <a:bodyPr/>
        <a:lstStyle/>
        <a:p>
          <a:endParaRPr lang="fr-FR"/>
        </a:p>
      </dgm:t>
    </dgm:pt>
    <dgm:pt modelId="{5FD5B52F-EF00-4B80-B4AC-BD36339E7417}" type="sibTrans" cxnId="{8A2B44DD-8BEC-4026-9504-5D2245E7BE76}">
      <dgm:prSet/>
      <dgm:spPr/>
      <dgm:t>
        <a:bodyPr/>
        <a:lstStyle/>
        <a:p>
          <a:endParaRPr lang="fr-FR"/>
        </a:p>
      </dgm:t>
    </dgm:pt>
    <dgm:pt modelId="{22486675-CCF5-4F87-84D7-DE3C99A63C4C}" type="pres">
      <dgm:prSet presAssocID="{95D8496A-34C5-4580-A71E-43C7E7D2EF4D}" presName="linearFlow" presStyleCnt="0">
        <dgm:presLayoutVars>
          <dgm:dir/>
          <dgm:animLvl val="lvl"/>
          <dgm:resizeHandles/>
        </dgm:presLayoutVars>
      </dgm:prSet>
      <dgm:spPr/>
    </dgm:pt>
    <dgm:pt modelId="{C6A6AA99-3929-4E5A-8767-207FC7478BFD}" type="pres">
      <dgm:prSet presAssocID="{57B3C823-9F53-4DFD-A409-62F0C927A71A}" presName="compositeNode" presStyleCnt="0">
        <dgm:presLayoutVars>
          <dgm:bulletEnabled val="1"/>
        </dgm:presLayoutVars>
      </dgm:prSet>
      <dgm:spPr/>
    </dgm:pt>
    <dgm:pt modelId="{9BDFA353-ED46-4D80-AFC8-9E7076AE0655}" type="pres">
      <dgm:prSet presAssocID="{57B3C823-9F53-4DFD-A409-62F0C927A71A}" presName="image" presStyleLbl="fgImgPlace1" presStyleIdx="0" presStyleCnt="3"/>
      <dgm:spPr/>
    </dgm:pt>
    <dgm:pt modelId="{CAA7D2F3-A00D-4477-B9B5-17D2D64B5048}" type="pres">
      <dgm:prSet presAssocID="{57B3C823-9F53-4DFD-A409-62F0C927A71A}" presName="childNode" presStyleLbl="node1" presStyleIdx="0" presStyleCnt="3">
        <dgm:presLayoutVars>
          <dgm:bulletEnabled val="1"/>
        </dgm:presLayoutVars>
      </dgm:prSet>
      <dgm:spPr/>
    </dgm:pt>
    <dgm:pt modelId="{4EA6228C-5F7F-437E-8652-266501A24519}" type="pres">
      <dgm:prSet presAssocID="{57B3C823-9F53-4DFD-A409-62F0C927A71A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54273939-EA2F-4380-8745-1AB803948945}" type="pres">
      <dgm:prSet presAssocID="{8EE9A102-5F61-4378-BDF5-69D461FAE704}" presName="sibTrans" presStyleCnt="0"/>
      <dgm:spPr/>
    </dgm:pt>
    <dgm:pt modelId="{F129FC97-4600-4F34-B7D3-5E5B419237C8}" type="pres">
      <dgm:prSet presAssocID="{8B5165E9-BB20-4551-A0DD-D76DC5E9119D}" presName="compositeNode" presStyleCnt="0">
        <dgm:presLayoutVars>
          <dgm:bulletEnabled val="1"/>
        </dgm:presLayoutVars>
      </dgm:prSet>
      <dgm:spPr/>
    </dgm:pt>
    <dgm:pt modelId="{1C790D66-7CC3-4ED2-AAD4-4678E365CD15}" type="pres">
      <dgm:prSet presAssocID="{8B5165E9-BB20-4551-A0DD-D76DC5E9119D}" presName="image" presStyleLbl="fgImgPlace1" presStyleIdx="1" presStyleCnt="3"/>
      <dgm:spPr/>
    </dgm:pt>
    <dgm:pt modelId="{7BDD2A7D-3816-4835-92DA-E10DA3112046}" type="pres">
      <dgm:prSet presAssocID="{8B5165E9-BB20-4551-A0DD-D76DC5E9119D}" presName="childNode" presStyleLbl="node1" presStyleIdx="1" presStyleCnt="3">
        <dgm:presLayoutVars>
          <dgm:bulletEnabled val="1"/>
        </dgm:presLayoutVars>
      </dgm:prSet>
      <dgm:spPr/>
    </dgm:pt>
    <dgm:pt modelId="{E6FABDBA-9B9C-4369-A77C-27ACEEB55CC2}" type="pres">
      <dgm:prSet presAssocID="{8B5165E9-BB20-4551-A0DD-D76DC5E9119D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C45082B4-1DFC-4307-A6EE-E02D3C71C17D}" type="pres">
      <dgm:prSet presAssocID="{BBAF371F-F667-4949-9133-1C9223D42986}" presName="sibTrans" presStyleCnt="0"/>
      <dgm:spPr/>
    </dgm:pt>
    <dgm:pt modelId="{6BEC9142-7E3E-4FA2-BE9E-585FBDD76038}" type="pres">
      <dgm:prSet presAssocID="{1F2709E7-1F3A-4150-8441-756D6FCC9C96}" presName="compositeNode" presStyleCnt="0">
        <dgm:presLayoutVars>
          <dgm:bulletEnabled val="1"/>
        </dgm:presLayoutVars>
      </dgm:prSet>
      <dgm:spPr/>
    </dgm:pt>
    <dgm:pt modelId="{7257F43F-E963-4FCC-A8E2-C9A3A2C7BA70}" type="pres">
      <dgm:prSet presAssocID="{1F2709E7-1F3A-4150-8441-756D6FCC9C96}" presName="image" presStyleLbl="fgImgPlace1" presStyleIdx="2" presStyleCnt="3"/>
      <dgm:spPr/>
    </dgm:pt>
    <dgm:pt modelId="{F2D1B3E5-758F-4DB7-8CB8-E4EBF0632939}" type="pres">
      <dgm:prSet presAssocID="{1F2709E7-1F3A-4150-8441-756D6FCC9C96}" presName="childNode" presStyleLbl="node1" presStyleIdx="2" presStyleCnt="3">
        <dgm:presLayoutVars>
          <dgm:bulletEnabled val="1"/>
        </dgm:presLayoutVars>
      </dgm:prSet>
      <dgm:spPr/>
    </dgm:pt>
    <dgm:pt modelId="{396EE9A6-0AAF-4EE7-8F0B-C63AC0E6E912}" type="pres">
      <dgm:prSet presAssocID="{1F2709E7-1F3A-4150-8441-756D6FCC9C96}" presName="parentNode" presStyleLbl="revTx" presStyleIdx="2" presStyleCnt="3">
        <dgm:presLayoutVars>
          <dgm:chMax val="0"/>
          <dgm:bulletEnabled val="1"/>
        </dgm:presLayoutVars>
      </dgm:prSet>
      <dgm:spPr/>
    </dgm:pt>
  </dgm:ptLst>
  <dgm:cxnLst>
    <dgm:cxn modelId="{DBFF4904-904B-45F2-A4F9-8A65CC50A1F7}" type="presOf" srcId="{1CE63668-52C3-4C98-B455-15E3EE2941E1}" destId="{F2D1B3E5-758F-4DB7-8CB8-E4EBF0632939}" srcOrd="0" destOrd="0" presId="urn:microsoft.com/office/officeart/2005/8/layout/hList2"/>
    <dgm:cxn modelId="{D067EE13-BD63-4302-B6FD-79DD7FF05EA5}" type="presOf" srcId="{8B5165E9-BB20-4551-A0DD-D76DC5E9119D}" destId="{E6FABDBA-9B9C-4369-A77C-27ACEEB55CC2}" srcOrd="0" destOrd="0" presId="urn:microsoft.com/office/officeart/2005/8/layout/hList2"/>
    <dgm:cxn modelId="{FF21756B-2869-433F-8801-8649CC679535}" type="presOf" srcId="{D9F91AD2-EDB5-4FBB-937E-A0C054CF5037}" destId="{CAA7D2F3-A00D-4477-B9B5-17D2D64B5048}" srcOrd="0" destOrd="0" presId="urn:microsoft.com/office/officeart/2005/8/layout/hList2"/>
    <dgm:cxn modelId="{FD351750-4724-4756-959E-8A8AD3237FE2}" srcId="{95D8496A-34C5-4580-A71E-43C7E7D2EF4D}" destId="{1F2709E7-1F3A-4150-8441-756D6FCC9C96}" srcOrd="2" destOrd="0" parTransId="{97BFAB63-AFC8-4E1C-BB3E-A279C5FA7613}" sibTransId="{70ADF957-6A54-45A2-A300-0D254B1A4D5E}"/>
    <dgm:cxn modelId="{0C3D8373-B204-4303-8EBA-91D18CBCA36B}" type="presOf" srcId="{1F2709E7-1F3A-4150-8441-756D6FCC9C96}" destId="{396EE9A6-0AAF-4EE7-8F0B-C63AC0E6E912}" srcOrd="0" destOrd="0" presId="urn:microsoft.com/office/officeart/2005/8/layout/hList2"/>
    <dgm:cxn modelId="{6314D077-1695-4E69-B0EB-CE6DA3C3C31F}" srcId="{95D8496A-34C5-4580-A71E-43C7E7D2EF4D}" destId="{8B5165E9-BB20-4551-A0DD-D76DC5E9119D}" srcOrd="1" destOrd="0" parTransId="{BBE6117F-8FFB-443B-840C-50AD00AEA176}" sibTransId="{BBAF371F-F667-4949-9133-1C9223D42986}"/>
    <dgm:cxn modelId="{2446DA80-768C-4C94-A965-9AE9D5F3ED6D}" srcId="{1F2709E7-1F3A-4150-8441-756D6FCC9C96}" destId="{1CE63668-52C3-4C98-B455-15E3EE2941E1}" srcOrd="0" destOrd="0" parTransId="{24400AFA-CCFD-474F-BD5C-917610F53DD1}" sibTransId="{49F765D1-2590-4D47-89AD-A5716FE5128F}"/>
    <dgm:cxn modelId="{D6B06087-4A3D-45F7-A65D-238094D9F9DC}" srcId="{95D8496A-34C5-4580-A71E-43C7E7D2EF4D}" destId="{57B3C823-9F53-4DFD-A409-62F0C927A71A}" srcOrd="0" destOrd="0" parTransId="{65A6F5E5-4EC0-4BB3-9950-88B8BDEACDFF}" sibTransId="{8EE9A102-5F61-4378-BDF5-69D461FAE704}"/>
    <dgm:cxn modelId="{796DB1A8-9871-459C-B687-E3A5E30BADA5}" srcId="{57B3C823-9F53-4DFD-A409-62F0C927A71A}" destId="{D9F91AD2-EDB5-4FBB-937E-A0C054CF5037}" srcOrd="0" destOrd="0" parTransId="{3804E0FD-2077-4F53-BBA5-DB0F7BB07399}" sibTransId="{318793A9-0974-4A6B-AB6C-B17C12E53183}"/>
    <dgm:cxn modelId="{1A2196B2-60E7-4036-96C7-1ABE64E192FA}" type="presOf" srcId="{D430A6C7-70A6-4120-B1A5-C8A35F78FC56}" destId="{F2D1B3E5-758F-4DB7-8CB8-E4EBF0632939}" srcOrd="0" destOrd="1" presId="urn:microsoft.com/office/officeart/2005/8/layout/hList2"/>
    <dgm:cxn modelId="{988446B4-BBCA-403F-B1D2-FD2FD17EE83E}" srcId="{57B3C823-9F53-4DFD-A409-62F0C927A71A}" destId="{4B9ABEEF-6CA9-4321-B915-4C43171FD9E9}" srcOrd="1" destOrd="0" parTransId="{BE1B3F04-CF99-4CEF-84D6-54DDEE990E79}" sibTransId="{91117F8C-9529-471A-A24D-AF1640FF7F82}"/>
    <dgm:cxn modelId="{1876A7B5-707C-4107-A1EC-BACB25CF488B}" type="presOf" srcId="{69FD442A-F1B0-4109-9716-F765C73610C3}" destId="{7BDD2A7D-3816-4835-92DA-E10DA3112046}" srcOrd="0" destOrd="0" presId="urn:microsoft.com/office/officeart/2005/8/layout/hList2"/>
    <dgm:cxn modelId="{B2DAA3D9-1C94-4BEF-B803-09C52B14A5D6}" type="presOf" srcId="{95D8496A-34C5-4580-A71E-43C7E7D2EF4D}" destId="{22486675-CCF5-4F87-84D7-DE3C99A63C4C}" srcOrd="0" destOrd="0" presId="urn:microsoft.com/office/officeart/2005/8/layout/hList2"/>
    <dgm:cxn modelId="{8A2B44DD-8BEC-4026-9504-5D2245E7BE76}" srcId="{1F2709E7-1F3A-4150-8441-756D6FCC9C96}" destId="{D430A6C7-70A6-4120-B1A5-C8A35F78FC56}" srcOrd="1" destOrd="0" parTransId="{46404BD7-5DC0-483F-8FAA-5A82E16FD04A}" sibTransId="{5FD5B52F-EF00-4B80-B4AC-BD36339E7417}"/>
    <dgm:cxn modelId="{6B5971E7-B11C-49E5-9F23-7B1C92ADFA94}" srcId="{8B5165E9-BB20-4551-A0DD-D76DC5E9119D}" destId="{69FD442A-F1B0-4109-9716-F765C73610C3}" srcOrd="0" destOrd="0" parTransId="{A0295612-DAC2-4D5F-94E1-E3477784FE7A}" sibTransId="{1A4E7CFB-1D7D-4FFC-A88E-A43999F8F0F6}"/>
    <dgm:cxn modelId="{EBA0FCF1-617B-45C2-9699-AC00A942B6BD}" type="presOf" srcId="{57B3C823-9F53-4DFD-A409-62F0C927A71A}" destId="{4EA6228C-5F7F-437E-8652-266501A24519}" srcOrd="0" destOrd="0" presId="urn:microsoft.com/office/officeart/2005/8/layout/hList2"/>
    <dgm:cxn modelId="{436A21F2-759B-4C91-8043-649FB6E8DC2D}" type="presOf" srcId="{4B9ABEEF-6CA9-4321-B915-4C43171FD9E9}" destId="{CAA7D2F3-A00D-4477-B9B5-17D2D64B5048}" srcOrd="0" destOrd="1" presId="urn:microsoft.com/office/officeart/2005/8/layout/hList2"/>
    <dgm:cxn modelId="{8B67B165-6E63-4DFC-9806-301ECF517CFD}" type="presParOf" srcId="{22486675-CCF5-4F87-84D7-DE3C99A63C4C}" destId="{C6A6AA99-3929-4E5A-8767-207FC7478BFD}" srcOrd="0" destOrd="0" presId="urn:microsoft.com/office/officeart/2005/8/layout/hList2"/>
    <dgm:cxn modelId="{7AD43293-EB50-4B08-813A-AD0FE6E37D82}" type="presParOf" srcId="{C6A6AA99-3929-4E5A-8767-207FC7478BFD}" destId="{9BDFA353-ED46-4D80-AFC8-9E7076AE0655}" srcOrd="0" destOrd="0" presId="urn:microsoft.com/office/officeart/2005/8/layout/hList2"/>
    <dgm:cxn modelId="{9EF162E2-E4CD-44FF-B200-B4680BB392AC}" type="presParOf" srcId="{C6A6AA99-3929-4E5A-8767-207FC7478BFD}" destId="{CAA7D2F3-A00D-4477-B9B5-17D2D64B5048}" srcOrd="1" destOrd="0" presId="urn:microsoft.com/office/officeart/2005/8/layout/hList2"/>
    <dgm:cxn modelId="{81007C53-7948-4810-981D-DF2E88D1B6D1}" type="presParOf" srcId="{C6A6AA99-3929-4E5A-8767-207FC7478BFD}" destId="{4EA6228C-5F7F-437E-8652-266501A24519}" srcOrd="2" destOrd="0" presId="urn:microsoft.com/office/officeart/2005/8/layout/hList2"/>
    <dgm:cxn modelId="{D8A33CED-C3CB-4B3B-8496-75BB2A0F9C72}" type="presParOf" srcId="{22486675-CCF5-4F87-84D7-DE3C99A63C4C}" destId="{54273939-EA2F-4380-8745-1AB803948945}" srcOrd="1" destOrd="0" presId="urn:microsoft.com/office/officeart/2005/8/layout/hList2"/>
    <dgm:cxn modelId="{45FE7AE7-9A02-48ED-AFFC-85C32B6A682E}" type="presParOf" srcId="{22486675-CCF5-4F87-84D7-DE3C99A63C4C}" destId="{F129FC97-4600-4F34-B7D3-5E5B419237C8}" srcOrd="2" destOrd="0" presId="urn:microsoft.com/office/officeart/2005/8/layout/hList2"/>
    <dgm:cxn modelId="{FDFC72F0-B8BD-44E4-8B98-8FCC842A4D08}" type="presParOf" srcId="{F129FC97-4600-4F34-B7D3-5E5B419237C8}" destId="{1C790D66-7CC3-4ED2-AAD4-4678E365CD15}" srcOrd="0" destOrd="0" presId="urn:microsoft.com/office/officeart/2005/8/layout/hList2"/>
    <dgm:cxn modelId="{17EE3245-1BB2-4323-816D-14476CDAB74A}" type="presParOf" srcId="{F129FC97-4600-4F34-B7D3-5E5B419237C8}" destId="{7BDD2A7D-3816-4835-92DA-E10DA3112046}" srcOrd="1" destOrd="0" presId="urn:microsoft.com/office/officeart/2005/8/layout/hList2"/>
    <dgm:cxn modelId="{41500F88-378A-4E03-AAF8-A678D21FA8B2}" type="presParOf" srcId="{F129FC97-4600-4F34-B7D3-5E5B419237C8}" destId="{E6FABDBA-9B9C-4369-A77C-27ACEEB55CC2}" srcOrd="2" destOrd="0" presId="urn:microsoft.com/office/officeart/2005/8/layout/hList2"/>
    <dgm:cxn modelId="{19B779CD-355A-4D82-908B-5ABCEC7CA2F2}" type="presParOf" srcId="{22486675-CCF5-4F87-84D7-DE3C99A63C4C}" destId="{C45082B4-1DFC-4307-A6EE-E02D3C71C17D}" srcOrd="3" destOrd="0" presId="urn:microsoft.com/office/officeart/2005/8/layout/hList2"/>
    <dgm:cxn modelId="{F7FAA2D4-A68C-41F5-8E19-94AAE128BB84}" type="presParOf" srcId="{22486675-CCF5-4F87-84D7-DE3C99A63C4C}" destId="{6BEC9142-7E3E-4FA2-BE9E-585FBDD76038}" srcOrd="4" destOrd="0" presId="urn:microsoft.com/office/officeart/2005/8/layout/hList2"/>
    <dgm:cxn modelId="{F806E95A-24BD-4AD1-97EE-5F7BFD824EB1}" type="presParOf" srcId="{6BEC9142-7E3E-4FA2-BE9E-585FBDD76038}" destId="{7257F43F-E963-4FCC-A8E2-C9A3A2C7BA70}" srcOrd="0" destOrd="0" presId="urn:microsoft.com/office/officeart/2005/8/layout/hList2"/>
    <dgm:cxn modelId="{678EC37A-B14A-4C53-BBEA-FEC85F1AB4E5}" type="presParOf" srcId="{6BEC9142-7E3E-4FA2-BE9E-585FBDD76038}" destId="{F2D1B3E5-758F-4DB7-8CB8-E4EBF0632939}" srcOrd="1" destOrd="0" presId="urn:microsoft.com/office/officeart/2005/8/layout/hList2"/>
    <dgm:cxn modelId="{726967F3-C10F-4E15-8EFD-AB2CBCB6BF79}" type="presParOf" srcId="{6BEC9142-7E3E-4FA2-BE9E-585FBDD76038}" destId="{396EE9A6-0AAF-4EE7-8F0B-C63AC0E6E912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5D8496A-34C5-4580-A71E-43C7E7D2EF4D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57B3C823-9F53-4DFD-A409-62F0C927A71A}">
      <dgm:prSet phldrT="[Texte]" phldr="0"/>
      <dgm:spPr/>
      <dgm:t>
        <a:bodyPr/>
        <a:lstStyle/>
        <a:p>
          <a:r>
            <a:rPr lang="fr-FR" dirty="0"/>
            <a:t>MINUS</a:t>
          </a:r>
        </a:p>
      </dgm:t>
    </dgm:pt>
    <dgm:pt modelId="{65A6F5E5-4EC0-4BB3-9950-88B8BDEACDFF}" type="parTrans" cxnId="{D6B06087-4A3D-45F7-A65D-238094D9F9DC}">
      <dgm:prSet/>
      <dgm:spPr/>
      <dgm:t>
        <a:bodyPr/>
        <a:lstStyle/>
        <a:p>
          <a:endParaRPr lang="fr-FR"/>
        </a:p>
      </dgm:t>
    </dgm:pt>
    <dgm:pt modelId="{8EE9A102-5F61-4378-BDF5-69D461FAE704}" type="sibTrans" cxnId="{D6B06087-4A3D-45F7-A65D-238094D9F9DC}">
      <dgm:prSet/>
      <dgm:spPr/>
      <dgm:t>
        <a:bodyPr/>
        <a:lstStyle/>
        <a:p>
          <a:endParaRPr lang="fr-FR"/>
        </a:p>
      </dgm:t>
    </dgm:pt>
    <dgm:pt modelId="{D9F91AD2-EDB5-4FBB-937E-A0C054CF5037}">
      <dgm:prSet phldrT="[Texte]" phldr="1"/>
      <dgm:spPr/>
      <dgm:t>
        <a:bodyPr/>
        <a:lstStyle/>
        <a:p>
          <a:endParaRPr lang="fr-FR"/>
        </a:p>
      </dgm:t>
    </dgm:pt>
    <dgm:pt modelId="{3804E0FD-2077-4F53-BBA5-DB0F7BB07399}" type="parTrans" cxnId="{796DB1A8-9871-459C-B687-E3A5E30BADA5}">
      <dgm:prSet/>
      <dgm:spPr/>
      <dgm:t>
        <a:bodyPr/>
        <a:lstStyle/>
        <a:p>
          <a:endParaRPr lang="fr-FR"/>
        </a:p>
      </dgm:t>
    </dgm:pt>
    <dgm:pt modelId="{318793A9-0974-4A6B-AB6C-B17C12E53183}" type="sibTrans" cxnId="{796DB1A8-9871-459C-B687-E3A5E30BADA5}">
      <dgm:prSet/>
      <dgm:spPr/>
      <dgm:t>
        <a:bodyPr/>
        <a:lstStyle/>
        <a:p>
          <a:endParaRPr lang="fr-FR"/>
        </a:p>
      </dgm:t>
    </dgm:pt>
    <dgm:pt modelId="{4B9ABEEF-6CA9-4321-B915-4C43171FD9E9}">
      <dgm:prSet phldrT="[Texte]"/>
      <dgm:spPr/>
      <dgm:t>
        <a:bodyPr/>
        <a:lstStyle/>
        <a:p>
          <a:r>
            <a:rPr lang="fr-FR" dirty="0"/>
            <a:t>2026	10	0	6 177	9504
2026	11	0	6 877	10581
2026	12	0	7 184	11053
2026	13	0	7 149	10999
2026	14	0	7 474	11499
2026	15	0	6 572	10112
2026	16	0	7 568	11644
2026	17	0	7 928	12198
2026	18	0	7 049	10845
2026	19	0	6 704	10315
2026	20	0	5 746	8841
2026	21	0	6 870	10570
2026	22	0	5 813	8943
2026	23	0	6 061	9325
2026	24	0	6 541	10063
2026	25	0	6 587	10135
2026	26	0	6 137	9443
2026	27	0	6 159	9476
2026	28	0	6 475	9962
2026	29	0	5 479	8430
2026	30	0	7 316	11257
2026	31	0	8 414	12946
</a:t>
          </a:r>
        </a:p>
      </dgm:t>
    </dgm:pt>
    <dgm:pt modelId="{BE1B3F04-CF99-4CEF-84D6-54DDEE990E79}" type="parTrans" cxnId="{988446B4-BBCA-403F-B1D2-FD2FD17EE83E}">
      <dgm:prSet/>
      <dgm:spPr/>
      <dgm:t>
        <a:bodyPr/>
        <a:lstStyle/>
        <a:p>
          <a:endParaRPr lang="fr-FR"/>
        </a:p>
      </dgm:t>
    </dgm:pt>
    <dgm:pt modelId="{91117F8C-9529-471A-A24D-AF1640FF7F82}" type="sibTrans" cxnId="{988446B4-BBCA-403F-B1D2-FD2FD17EE83E}">
      <dgm:prSet/>
      <dgm:spPr/>
      <dgm:t>
        <a:bodyPr/>
        <a:lstStyle/>
        <a:p>
          <a:endParaRPr lang="fr-FR"/>
        </a:p>
      </dgm:t>
    </dgm:pt>
    <dgm:pt modelId="{8B5165E9-BB20-4551-A0DD-D76DC5E9119D}">
      <dgm:prSet phldrT="[Texte]" phldr="0"/>
      <dgm:spPr/>
      <dgm:t>
        <a:bodyPr/>
        <a:lstStyle/>
        <a:p>
          <a:r>
            <a:rPr lang="fr-FR" dirty="0"/>
            <a:t>CORTEX EXOG</a:t>
          </a:r>
        </a:p>
      </dgm:t>
    </dgm:pt>
    <dgm:pt modelId="{BBE6117F-8FFB-443B-840C-50AD00AEA176}" type="parTrans" cxnId="{6314D077-1695-4E69-B0EB-CE6DA3C3C31F}">
      <dgm:prSet/>
      <dgm:spPr/>
      <dgm:t>
        <a:bodyPr/>
        <a:lstStyle/>
        <a:p>
          <a:endParaRPr lang="fr-FR"/>
        </a:p>
      </dgm:t>
    </dgm:pt>
    <dgm:pt modelId="{BBAF371F-F667-4949-9133-1C9223D42986}" type="sibTrans" cxnId="{6314D077-1695-4E69-B0EB-CE6DA3C3C31F}">
      <dgm:prSet/>
      <dgm:spPr/>
      <dgm:t>
        <a:bodyPr/>
        <a:lstStyle/>
        <a:p>
          <a:endParaRPr lang="fr-FR"/>
        </a:p>
      </dgm:t>
    </dgm:pt>
    <dgm:pt modelId="{69FD442A-F1B0-4109-9716-F765C73610C3}">
      <dgm:prSet phldrT="[Texte]"/>
      <dgm:spPr/>
      <dgm:t>
        <a:bodyPr/>
        <a:lstStyle/>
        <a:p>
          <a:r>
            <a:rPr lang="fr-FR" dirty="0"/>
            <a:t>2026	10	0	6 108	9398
2026	11	0	6 726	10348
2026	12	0	7 012	10788
2026	13	0	6 985	10747
2026	14	0	7 183	11052
2026	15	0	6 234	9592
2026	16	0	7 148	10997
2026	17	0	7 568	11643
2026	18	0	6 919	10646
2026	19	0	6 785	10439
2026	20	0	5 983	9206
2026	21	0	7 075	10886
2026	22	0	6 009	9246
2026	23	0	6 355	9778
2026	24	0	6 895	10608
2026	25	0	6 960	10709
2026	26	0	6 412	9865
2026	27	0	6 230	9585
2026	28	0	6 381	9818
2026	29	0	5 344	8222
2026	30	0	7 184	11053
2026	31	0	8 264	12715
</a:t>
          </a:r>
        </a:p>
      </dgm:t>
    </dgm:pt>
    <dgm:pt modelId="{A0295612-DAC2-4D5F-94E1-E3477784FE7A}" type="parTrans" cxnId="{6B5971E7-B11C-49E5-9F23-7B1C92ADFA94}">
      <dgm:prSet/>
      <dgm:spPr/>
      <dgm:t>
        <a:bodyPr/>
        <a:lstStyle/>
        <a:p>
          <a:endParaRPr lang="fr-FR"/>
        </a:p>
      </dgm:t>
    </dgm:pt>
    <dgm:pt modelId="{1A4E7CFB-1D7D-4FFC-A88E-A43999F8F0F6}" type="sibTrans" cxnId="{6B5971E7-B11C-49E5-9F23-7B1C92ADFA94}">
      <dgm:prSet/>
      <dgm:spPr/>
      <dgm:t>
        <a:bodyPr/>
        <a:lstStyle/>
        <a:p>
          <a:endParaRPr lang="fr-FR"/>
        </a:p>
      </dgm:t>
    </dgm:pt>
    <dgm:pt modelId="{1F2709E7-1F3A-4150-8441-756D6FCC9C96}">
      <dgm:prSet phldrT="[Texte]" phldr="0"/>
      <dgm:spPr/>
      <dgm:t>
        <a:bodyPr/>
        <a:lstStyle/>
        <a:p>
          <a:r>
            <a:rPr lang="fr-FR" dirty="0"/>
            <a:t>CORTEXEXOGTarifs2026PRIS EN COMPTE</a:t>
          </a:r>
        </a:p>
        <a:p>
          <a:endParaRPr lang="fr-FR" dirty="0"/>
        </a:p>
      </dgm:t>
    </dgm:pt>
    <dgm:pt modelId="{97BFAB63-AFC8-4E1C-BB3E-A279C5FA7613}" type="parTrans" cxnId="{FD351750-4724-4756-959E-8A8AD3237FE2}">
      <dgm:prSet/>
      <dgm:spPr/>
      <dgm:t>
        <a:bodyPr/>
        <a:lstStyle/>
        <a:p>
          <a:endParaRPr lang="fr-FR"/>
        </a:p>
      </dgm:t>
    </dgm:pt>
    <dgm:pt modelId="{70ADF957-6A54-45A2-A300-0D254B1A4D5E}" type="sibTrans" cxnId="{FD351750-4724-4756-959E-8A8AD3237FE2}">
      <dgm:prSet/>
      <dgm:spPr/>
      <dgm:t>
        <a:bodyPr/>
        <a:lstStyle/>
        <a:p>
          <a:endParaRPr lang="fr-FR"/>
        </a:p>
      </dgm:t>
    </dgm:pt>
    <dgm:pt modelId="{1CE63668-52C3-4C98-B455-15E3EE2941E1}">
      <dgm:prSet phldrT="[Texte]" phldr="1"/>
      <dgm:spPr/>
      <dgm:t>
        <a:bodyPr/>
        <a:lstStyle/>
        <a:p>
          <a:endParaRPr lang="fr-FR" dirty="0"/>
        </a:p>
      </dgm:t>
    </dgm:pt>
    <dgm:pt modelId="{24400AFA-CCFD-474F-BD5C-917610F53DD1}" type="parTrans" cxnId="{2446DA80-768C-4C94-A965-9AE9D5F3ED6D}">
      <dgm:prSet/>
      <dgm:spPr/>
      <dgm:t>
        <a:bodyPr/>
        <a:lstStyle/>
        <a:p>
          <a:endParaRPr lang="fr-FR"/>
        </a:p>
      </dgm:t>
    </dgm:pt>
    <dgm:pt modelId="{49F765D1-2590-4D47-89AD-A5716FE5128F}" type="sibTrans" cxnId="{2446DA80-768C-4C94-A965-9AE9D5F3ED6D}">
      <dgm:prSet/>
      <dgm:spPr/>
      <dgm:t>
        <a:bodyPr/>
        <a:lstStyle/>
        <a:p>
          <a:endParaRPr lang="fr-FR"/>
        </a:p>
      </dgm:t>
    </dgm:pt>
    <dgm:pt modelId="{D430A6C7-70A6-4120-B1A5-C8A35F78FC56}">
      <dgm:prSet/>
      <dgm:spPr/>
      <dgm:t>
        <a:bodyPr/>
        <a:lstStyle/>
        <a:p>
          <a:endParaRPr lang="fr-FR" dirty="0"/>
        </a:p>
      </dgm:t>
    </dgm:pt>
    <dgm:pt modelId="{46404BD7-5DC0-483F-8FAA-5A82E16FD04A}" type="parTrans" cxnId="{AD5F7496-A380-48B2-8394-21557F37F15F}">
      <dgm:prSet/>
      <dgm:spPr/>
      <dgm:t>
        <a:bodyPr/>
        <a:lstStyle/>
        <a:p>
          <a:endParaRPr lang="fr-FR"/>
        </a:p>
      </dgm:t>
    </dgm:pt>
    <dgm:pt modelId="{5FD5B52F-EF00-4B80-B4AC-BD36339E7417}" type="sibTrans" cxnId="{AD5F7496-A380-48B2-8394-21557F37F15F}">
      <dgm:prSet/>
      <dgm:spPr/>
      <dgm:t>
        <a:bodyPr/>
        <a:lstStyle/>
        <a:p>
          <a:endParaRPr lang="fr-FR"/>
        </a:p>
      </dgm:t>
    </dgm:pt>
    <dgm:pt modelId="{DB3A3588-1AD6-43E3-9043-7B8312712255}">
      <dgm:prSet/>
      <dgm:spPr/>
      <dgm:t>
        <a:bodyPr/>
        <a:lstStyle/>
        <a:p>
          <a:r>
            <a:rPr lang="fr-FR" dirty="0"/>
            <a:t>
2026	10	0	6 158	9474
2026	11	0	6 886	10595
2026	12	0	7 160	11017
2026	13	0	7 139	10983
2026	14	0	7 338	11290
2026	15	0	6 399	9846
2026	16	0	7 315	11255
2026	17	0	7 717	11873
2026	18	0	6 928	10659
2026	19	0	6 814	10483
2026	20	0	5 997	9226
2026	21	0	7 078	10890
2026	22	0	5 999	9230
2026	23	0	6 387	9828
2026	24	0	6 901	10617
2026	25	0	6 955	10701
2026	26	0	6 416	9871
2026	27	0	6 235	9593
2026	28	0	6 393	9836
2026	29	0	5 356	8241
</a:t>
          </a:r>
        </a:p>
      </dgm:t>
    </dgm:pt>
    <dgm:pt modelId="{C4037E03-D7B3-43C0-A0F2-C337920661F3}" type="parTrans" cxnId="{C2BD7B57-DB11-4253-A148-C924181BD3B1}">
      <dgm:prSet/>
      <dgm:spPr/>
      <dgm:t>
        <a:bodyPr/>
        <a:lstStyle/>
        <a:p>
          <a:endParaRPr lang="fr-FR"/>
        </a:p>
      </dgm:t>
    </dgm:pt>
    <dgm:pt modelId="{8679DE25-1009-49E6-8953-29FFF79AB20B}" type="sibTrans" cxnId="{C2BD7B57-DB11-4253-A148-C924181BD3B1}">
      <dgm:prSet/>
      <dgm:spPr/>
      <dgm:t>
        <a:bodyPr/>
        <a:lstStyle/>
        <a:p>
          <a:endParaRPr lang="fr-FR"/>
        </a:p>
      </dgm:t>
    </dgm:pt>
    <dgm:pt modelId="{22486675-CCF5-4F87-84D7-DE3C99A63C4C}" type="pres">
      <dgm:prSet presAssocID="{95D8496A-34C5-4580-A71E-43C7E7D2EF4D}" presName="linearFlow" presStyleCnt="0">
        <dgm:presLayoutVars>
          <dgm:dir/>
          <dgm:animLvl val="lvl"/>
          <dgm:resizeHandles/>
        </dgm:presLayoutVars>
      </dgm:prSet>
      <dgm:spPr/>
    </dgm:pt>
    <dgm:pt modelId="{C6A6AA99-3929-4E5A-8767-207FC7478BFD}" type="pres">
      <dgm:prSet presAssocID="{57B3C823-9F53-4DFD-A409-62F0C927A71A}" presName="compositeNode" presStyleCnt="0">
        <dgm:presLayoutVars>
          <dgm:bulletEnabled val="1"/>
        </dgm:presLayoutVars>
      </dgm:prSet>
      <dgm:spPr/>
    </dgm:pt>
    <dgm:pt modelId="{9BDFA353-ED46-4D80-AFC8-9E7076AE0655}" type="pres">
      <dgm:prSet presAssocID="{57B3C823-9F53-4DFD-A409-62F0C927A71A}" presName="image" presStyleLbl="fgImgPlace1" presStyleIdx="0" presStyleCnt="3"/>
      <dgm:spPr/>
    </dgm:pt>
    <dgm:pt modelId="{CAA7D2F3-A00D-4477-B9B5-17D2D64B5048}" type="pres">
      <dgm:prSet presAssocID="{57B3C823-9F53-4DFD-A409-62F0C927A71A}" presName="childNode" presStyleLbl="node1" presStyleIdx="0" presStyleCnt="3">
        <dgm:presLayoutVars>
          <dgm:bulletEnabled val="1"/>
        </dgm:presLayoutVars>
      </dgm:prSet>
      <dgm:spPr/>
    </dgm:pt>
    <dgm:pt modelId="{4EA6228C-5F7F-437E-8652-266501A24519}" type="pres">
      <dgm:prSet presAssocID="{57B3C823-9F53-4DFD-A409-62F0C927A71A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54273939-EA2F-4380-8745-1AB803948945}" type="pres">
      <dgm:prSet presAssocID="{8EE9A102-5F61-4378-BDF5-69D461FAE704}" presName="sibTrans" presStyleCnt="0"/>
      <dgm:spPr/>
    </dgm:pt>
    <dgm:pt modelId="{F129FC97-4600-4F34-B7D3-5E5B419237C8}" type="pres">
      <dgm:prSet presAssocID="{8B5165E9-BB20-4551-A0DD-D76DC5E9119D}" presName="compositeNode" presStyleCnt="0">
        <dgm:presLayoutVars>
          <dgm:bulletEnabled val="1"/>
        </dgm:presLayoutVars>
      </dgm:prSet>
      <dgm:spPr/>
    </dgm:pt>
    <dgm:pt modelId="{1C790D66-7CC3-4ED2-AAD4-4678E365CD15}" type="pres">
      <dgm:prSet presAssocID="{8B5165E9-BB20-4551-A0DD-D76DC5E9119D}" presName="image" presStyleLbl="fgImgPlace1" presStyleIdx="1" presStyleCnt="3"/>
      <dgm:spPr/>
    </dgm:pt>
    <dgm:pt modelId="{7BDD2A7D-3816-4835-92DA-E10DA3112046}" type="pres">
      <dgm:prSet presAssocID="{8B5165E9-BB20-4551-A0DD-D76DC5E9119D}" presName="childNode" presStyleLbl="node1" presStyleIdx="1" presStyleCnt="3">
        <dgm:presLayoutVars>
          <dgm:bulletEnabled val="1"/>
        </dgm:presLayoutVars>
      </dgm:prSet>
      <dgm:spPr/>
    </dgm:pt>
    <dgm:pt modelId="{E6FABDBA-9B9C-4369-A77C-27ACEEB55CC2}" type="pres">
      <dgm:prSet presAssocID="{8B5165E9-BB20-4551-A0DD-D76DC5E9119D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C45082B4-1DFC-4307-A6EE-E02D3C71C17D}" type="pres">
      <dgm:prSet presAssocID="{BBAF371F-F667-4949-9133-1C9223D42986}" presName="sibTrans" presStyleCnt="0"/>
      <dgm:spPr/>
    </dgm:pt>
    <dgm:pt modelId="{6BEC9142-7E3E-4FA2-BE9E-585FBDD76038}" type="pres">
      <dgm:prSet presAssocID="{1F2709E7-1F3A-4150-8441-756D6FCC9C96}" presName="compositeNode" presStyleCnt="0">
        <dgm:presLayoutVars>
          <dgm:bulletEnabled val="1"/>
        </dgm:presLayoutVars>
      </dgm:prSet>
      <dgm:spPr/>
    </dgm:pt>
    <dgm:pt modelId="{7257F43F-E963-4FCC-A8E2-C9A3A2C7BA70}" type="pres">
      <dgm:prSet presAssocID="{1F2709E7-1F3A-4150-8441-756D6FCC9C96}" presName="image" presStyleLbl="fgImgPlace1" presStyleIdx="2" presStyleCnt="3"/>
      <dgm:spPr/>
    </dgm:pt>
    <dgm:pt modelId="{F2D1B3E5-758F-4DB7-8CB8-E4EBF0632939}" type="pres">
      <dgm:prSet presAssocID="{1F2709E7-1F3A-4150-8441-756D6FCC9C96}" presName="childNode" presStyleLbl="node1" presStyleIdx="2" presStyleCnt="3">
        <dgm:presLayoutVars>
          <dgm:bulletEnabled val="1"/>
        </dgm:presLayoutVars>
      </dgm:prSet>
      <dgm:spPr/>
    </dgm:pt>
    <dgm:pt modelId="{396EE9A6-0AAF-4EE7-8F0B-C63AC0E6E912}" type="pres">
      <dgm:prSet presAssocID="{1F2709E7-1F3A-4150-8441-756D6FCC9C96}" presName="parentNode" presStyleLbl="revTx" presStyleIdx="2" presStyleCnt="3">
        <dgm:presLayoutVars>
          <dgm:chMax val="0"/>
          <dgm:bulletEnabled val="1"/>
        </dgm:presLayoutVars>
      </dgm:prSet>
      <dgm:spPr/>
    </dgm:pt>
  </dgm:ptLst>
  <dgm:cxnLst>
    <dgm:cxn modelId="{DBFF4904-904B-45F2-A4F9-8A65CC50A1F7}" type="presOf" srcId="{1CE63668-52C3-4C98-B455-15E3EE2941E1}" destId="{F2D1B3E5-758F-4DB7-8CB8-E4EBF0632939}" srcOrd="0" destOrd="0" presId="urn:microsoft.com/office/officeart/2005/8/layout/hList2"/>
    <dgm:cxn modelId="{D067EE13-BD63-4302-B6FD-79DD7FF05EA5}" type="presOf" srcId="{8B5165E9-BB20-4551-A0DD-D76DC5E9119D}" destId="{E6FABDBA-9B9C-4369-A77C-27ACEEB55CC2}" srcOrd="0" destOrd="0" presId="urn:microsoft.com/office/officeart/2005/8/layout/hList2"/>
    <dgm:cxn modelId="{6DF79860-6D36-43B7-AABF-501D1D939FF3}" type="presOf" srcId="{D430A6C7-70A6-4120-B1A5-C8A35F78FC56}" destId="{F2D1B3E5-758F-4DB7-8CB8-E4EBF0632939}" srcOrd="0" destOrd="1" presId="urn:microsoft.com/office/officeart/2005/8/layout/hList2"/>
    <dgm:cxn modelId="{FF21756B-2869-433F-8801-8649CC679535}" type="presOf" srcId="{D9F91AD2-EDB5-4FBB-937E-A0C054CF5037}" destId="{CAA7D2F3-A00D-4477-B9B5-17D2D64B5048}" srcOrd="0" destOrd="0" presId="urn:microsoft.com/office/officeart/2005/8/layout/hList2"/>
    <dgm:cxn modelId="{FD351750-4724-4756-959E-8A8AD3237FE2}" srcId="{95D8496A-34C5-4580-A71E-43C7E7D2EF4D}" destId="{1F2709E7-1F3A-4150-8441-756D6FCC9C96}" srcOrd="2" destOrd="0" parTransId="{97BFAB63-AFC8-4E1C-BB3E-A279C5FA7613}" sibTransId="{70ADF957-6A54-45A2-A300-0D254B1A4D5E}"/>
    <dgm:cxn modelId="{0C3D8373-B204-4303-8EBA-91D18CBCA36B}" type="presOf" srcId="{1F2709E7-1F3A-4150-8441-756D6FCC9C96}" destId="{396EE9A6-0AAF-4EE7-8F0B-C63AC0E6E912}" srcOrd="0" destOrd="0" presId="urn:microsoft.com/office/officeart/2005/8/layout/hList2"/>
    <dgm:cxn modelId="{C2BD7B57-DB11-4253-A148-C924181BD3B1}" srcId="{1F2709E7-1F3A-4150-8441-756D6FCC9C96}" destId="{DB3A3588-1AD6-43E3-9043-7B8312712255}" srcOrd="2" destOrd="0" parTransId="{C4037E03-D7B3-43C0-A0F2-C337920661F3}" sibTransId="{8679DE25-1009-49E6-8953-29FFF79AB20B}"/>
    <dgm:cxn modelId="{6314D077-1695-4E69-B0EB-CE6DA3C3C31F}" srcId="{95D8496A-34C5-4580-A71E-43C7E7D2EF4D}" destId="{8B5165E9-BB20-4551-A0DD-D76DC5E9119D}" srcOrd="1" destOrd="0" parTransId="{BBE6117F-8FFB-443B-840C-50AD00AEA176}" sibTransId="{BBAF371F-F667-4949-9133-1C9223D42986}"/>
    <dgm:cxn modelId="{2446DA80-768C-4C94-A965-9AE9D5F3ED6D}" srcId="{1F2709E7-1F3A-4150-8441-756D6FCC9C96}" destId="{1CE63668-52C3-4C98-B455-15E3EE2941E1}" srcOrd="0" destOrd="0" parTransId="{24400AFA-CCFD-474F-BD5C-917610F53DD1}" sibTransId="{49F765D1-2590-4D47-89AD-A5716FE5128F}"/>
    <dgm:cxn modelId="{D6B06087-4A3D-45F7-A65D-238094D9F9DC}" srcId="{95D8496A-34C5-4580-A71E-43C7E7D2EF4D}" destId="{57B3C823-9F53-4DFD-A409-62F0C927A71A}" srcOrd="0" destOrd="0" parTransId="{65A6F5E5-4EC0-4BB3-9950-88B8BDEACDFF}" sibTransId="{8EE9A102-5F61-4378-BDF5-69D461FAE704}"/>
    <dgm:cxn modelId="{AD5F7496-A380-48B2-8394-21557F37F15F}" srcId="{1F2709E7-1F3A-4150-8441-756D6FCC9C96}" destId="{D430A6C7-70A6-4120-B1A5-C8A35F78FC56}" srcOrd="1" destOrd="0" parTransId="{46404BD7-5DC0-483F-8FAA-5A82E16FD04A}" sibTransId="{5FD5B52F-EF00-4B80-B4AC-BD36339E7417}"/>
    <dgm:cxn modelId="{796DB1A8-9871-459C-B687-E3A5E30BADA5}" srcId="{57B3C823-9F53-4DFD-A409-62F0C927A71A}" destId="{D9F91AD2-EDB5-4FBB-937E-A0C054CF5037}" srcOrd="0" destOrd="0" parTransId="{3804E0FD-2077-4F53-BBA5-DB0F7BB07399}" sibTransId="{318793A9-0974-4A6B-AB6C-B17C12E53183}"/>
    <dgm:cxn modelId="{988446B4-BBCA-403F-B1D2-FD2FD17EE83E}" srcId="{57B3C823-9F53-4DFD-A409-62F0C927A71A}" destId="{4B9ABEEF-6CA9-4321-B915-4C43171FD9E9}" srcOrd="1" destOrd="0" parTransId="{BE1B3F04-CF99-4CEF-84D6-54DDEE990E79}" sibTransId="{91117F8C-9529-471A-A24D-AF1640FF7F82}"/>
    <dgm:cxn modelId="{1876A7B5-707C-4107-A1EC-BACB25CF488B}" type="presOf" srcId="{69FD442A-F1B0-4109-9716-F765C73610C3}" destId="{7BDD2A7D-3816-4835-92DA-E10DA3112046}" srcOrd="0" destOrd="0" presId="urn:microsoft.com/office/officeart/2005/8/layout/hList2"/>
    <dgm:cxn modelId="{B2DAA3D9-1C94-4BEF-B803-09C52B14A5D6}" type="presOf" srcId="{95D8496A-34C5-4580-A71E-43C7E7D2EF4D}" destId="{22486675-CCF5-4F87-84D7-DE3C99A63C4C}" srcOrd="0" destOrd="0" presId="urn:microsoft.com/office/officeart/2005/8/layout/hList2"/>
    <dgm:cxn modelId="{7D6903DE-3257-4B66-B5EE-17C2711DD7D0}" type="presOf" srcId="{DB3A3588-1AD6-43E3-9043-7B8312712255}" destId="{F2D1B3E5-758F-4DB7-8CB8-E4EBF0632939}" srcOrd="0" destOrd="2" presId="urn:microsoft.com/office/officeart/2005/8/layout/hList2"/>
    <dgm:cxn modelId="{6B5971E7-B11C-49E5-9F23-7B1C92ADFA94}" srcId="{8B5165E9-BB20-4551-A0DD-D76DC5E9119D}" destId="{69FD442A-F1B0-4109-9716-F765C73610C3}" srcOrd="0" destOrd="0" parTransId="{A0295612-DAC2-4D5F-94E1-E3477784FE7A}" sibTransId="{1A4E7CFB-1D7D-4FFC-A88E-A43999F8F0F6}"/>
    <dgm:cxn modelId="{EBA0FCF1-617B-45C2-9699-AC00A942B6BD}" type="presOf" srcId="{57B3C823-9F53-4DFD-A409-62F0C927A71A}" destId="{4EA6228C-5F7F-437E-8652-266501A24519}" srcOrd="0" destOrd="0" presId="urn:microsoft.com/office/officeart/2005/8/layout/hList2"/>
    <dgm:cxn modelId="{436A21F2-759B-4C91-8043-649FB6E8DC2D}" type="presOf" srcId="{4B9ABEEF-6CA9-4321-B915-4C43171FD9E9}" destId="{CAA7D2F3-A00D-4477-B9B5-17D2D64B5048}" srcOrd="0" destOrd="1" presId="urn:microsoft.com/office/officeart/2005/8/layout/hList2"/>
    <dgm:cxn modelId="{8B67B165-6E63-4DFC-9806-301ECF517CFD}" type="presParOf" srcId="{22486675-CCF5-4F87-84D7-DE3C99A63C4C}" destId="{C6A6AA99-3929-4E5A-8767-207FC7478BFD}" srcOrd="0" destOrd="0" presId="urn:microsoft.com/office/officeart/2005/8/layout/hList2"/>
    <dgm:cxn modelId="{7AD43293-EB50-4B08-813A-AD0FE6E37D82}" type="presParOf" srcId="{C6A6AA99-3929-4E5A-8767-207FC7478BFD}" destId="{9BDFA353-ED46-4D80-AFC8-9E7076AE0655}" srcOrd="0" destOrd="0" presId="urn:microsoft.com/office/officeart/2005/8/layout/hList2"/>
    <dgm:cxn modelId="{9EF162E2-E4CD-44FF-B200-B4680BB392AC}" type="presParOf" srcId="{C6A6AA99-3929-4E5A-8767-207FC7478BFD}" destId="{CAA7D2F3-A00D-4477-B9B5-17D2D64B5048}" srcOrd="1" destOrd="0" presId="urn:microsoft.com/office/officeart/2005/8/layout/hList2"/>
    <dgm:cxn modelId="{81007C53-7948-4810-981D-DF2E88D1B6D1}" type="presParOf" srcId="{C6A6AA99-3929-4E5A-8767-207FC7478BFD}" destId="{4EA6228C-5F7F-437E-8652-266501A24519}" srcOrd="2" destOrd="0" presId="urn:microsoft.com/office/officeart/2005/8/layout/hList2"/>
    <dgm:cxn modelId="{D8A33CED-C3CB-4B3B-8496-75BB2A0F9C72}" type="presParOf" srcId="{22486675-CCF5-4F87-84D7-DE3C99A63C4C}" destId="{54273939-EA2F-4380-8745-1AB803948945}" srcOrd="1" destOrd="0" presId="urn:microsoft.com/office/officeart/2005/8/layout/hList2"/>
    <dgm:cxn modelId="{45FE7AE7-9A02-48ED-AFFC-85C32B6A682E}" type="presParOf" srcId="{22486675-CCF5-4F87-84D7-DE3C99A63C4C}" destId="{F129FC97-4600-4F34-B7D3-5E5B419237C8}" srcOrd="2" destOrd="0" presId="urn:microsoft.com/office/officeart/2005/8/layout/hList2"/>
    <dgm:cxn modelId="{FDFC72F0-B8BD-44E4-8B98-8FCC842A4D08}" type="presParOf" srcId="{F129FC97-4600-4F34-B7D3-5E5B419237C8}" destId="{1C790D66-7CC3-4ED2-AAD4-4678E365CD15}" srcOrd="0" destOrd="0" presId="urn:microsoft.com/office/officeart/2005/8/layout/hList2"/>
    <dgm:cxn modelId="{17EE3245-1BB2-4323-816D-14476CDAB74A}" type="presParOf" srcId="{F129FC97-4600-4F34-B7D3-5E5B419237C8}" destId="{7BDD2A7D-3816-4835-92DA-E10DA3112046}" srcOrd="1" destOrd="0" presId="urn:microsoft.com/office/officeart/2005/8/layout/hList2"/>
    <dgm:cxn modelId="{41500F88-378A-4E03-AAF8-A678D21FA8B2}" type="presParOf" srcId="{F129FC97-4600-4F34-B7D3-5E5B419237C8}" destId="{E6FABDBA-9B9C-4369-A77C-27ACEEB55CC2}" srcOrd="2" destOrd="0" presId="urn:microsoft.com/office/officeart/2005/8/layout/hList2"/>
    <dgm:cxn modelId="{19B779CD-355A-4D82-908B-5ABCEC7CA2F2}" type="presParOf" srcId="{22486675-CCF5-4F87-84D7-DE3C99A63C4C}" destId="{C45082B4-1DFC-4307-A6EE-E02D3C71C17D}" srcOrd="3" destOrd="0" presId="urn:microsoft.com/office/officeart/2005/8/layout/hList2"/>
    <dgm:cxn modelId="{F7FAA2D4-A68C-41F5-8E19-94AAE128BB84}" type="presParOf" srcId="{22486675-CCF5-4F87-84D7-DE3C99A63C4C}" destId="{6BEC9142-7E3E-4FA2-BE9E-585FBDD76038}" srcOrd="4" destOrd="0" presId="urn:microsoft.com/office/officeart/2005/8/layout/hList2"/>
    <dgm:cxn modelId="{F806E95A-24BD-4AD1-97EE-5F7BFD824EB1}" type="presParOf" srcId="{6BEC9142-7E3E-4FA2-BE9E-585FBDD76038}" destId="{7257F43F-E963-4FCC-A8E2-C9A3A2C7BA70}" srcOrd="0" destOrd="0" presId="urn:microsoft.com/office/officeart/2005/8/layout/hList2"/>
    <dgm:cxn modelId="{678EC37A-B14A-4C53-BBEA-FEC85F1AB4E5}" type="presParOf" srcId="{6BEC9142-7E3E-4FA2-BE9E-585FBDD76038}" destId="{F2D1B3E5-758F-4DB7-8CB8-E4EBF0632939}" srcOrd="1" destOrd="0" presId="urn:microsoft.com/office/officeart/2005/8/layout/hList2"/>
    <dgm:cxn modelId="{726967F3-C10F-4E15-8EFD-AB2CBCB6BF79}" type="presParOf" srcId="{6BEC9142-7E3E-4FA2-BE9E-585FBDD76038}" destId="{396EE9A6-0AAF-4EE7-8F0B-C63AC0E6E912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A6228C-5F7F-437E-8652-266501A24519}">
      <dsp:nvSpPr>
        <dsp:cNvPr id="0" name=""/>
        <dsp:cNvSpPr/>
      </dsp:nvSpPr>
      <dsp:spPr>
        <a:xfrm rot="16200000">
          <a:off x="-1383004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/>
            <a:t>MINUS</a:t>
          </a:r>
        </a:p>
      </dsp:txBody>
      <dsp:txXfrm>
        <a:off x="-1383004" y="2256453"/>
        <a:ext cx="3394043" cy="504901"/>
      </dsp:txXfrm>
    </dsp:sp>
    <dsp:sp modelId="{CAA7D2F3-A00D-4477-B9B5-17D2D64B5048}">
      <dsp:nvSpPr>
        <dsp:cNvPr id="0" name=""/>
        <dsp:cNvSpPr/>
      </dsp:nvSpPr>
      <dsp:spPr>
        <a:xfrm>
          <a:off x="566467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600" kern="1200"/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2026	10	0	6 177	9504
2026	11	0	6 877	10581
2026	12	0	7 184	11053
2026	13	0	7 149	10999
2026	14	0	7 474	11499
2026	15	0	6 572	10112
2026	16	0	7 568	11644
2026	17	0	7 928	12198
2026	18	0	7 049	10845
2026	19	0	6 704	10315
2026	20	0	5 746	8841
2026	21	0	6 870	10570
2026	22	0	5 813	8943
2026	23	0	6 061	9325
2026	24	0	6 541	10063
2026	25	0	6 587	10135
2026	26	0	6 137	9443
2026	27	0	6 159	9476
2026	28	0	6 475	9962
2026	29	0	5 479	8430
2026	30	0	7 316	11257
2026	31	0	8 414	12946
</a:t>
          </a:r>
        </a:p>
      </dsp:txBody>
      <dsp:txXfrm>
        <a:off x="566467" y="811881"/>
        <a:ext cx="2514943" cy="3394043"/>
      </dsp:txXfrm>
    </dsp:sp>
    <dsp:sp modelId="{9BDFA353-ED46-4D80-AFC8-9E7076AE0655}">
      <dsp:nvSpPr>
        <dsp:cNvPr id="0" name=""/>
        <dsp:cNvSpPr/>
      </dsp:nvSpPr>
      <dsp:spPr>
        <a:xfrm>
          <a:off x="61566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FABDBA-9B9C-4369-A77C-27ACEEB55CC2}">
      <dsp:nvSpPr>
        <dsp:cNvPr id="0" name=""/>
        <dsp:cNvSpPr/>
      </dsp:nvSpPr>
      <dsp:spPr>
        <a:xfrm rot="16200000">
          <a:off x="2303306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/>
            <a:t>CORTEX EXOG</a:t>
          </a:r>
        </a:p>
      </dsp:txBody>
      <dsp:txXfrm>
        <a:off x="2303306" y="2256453"/>
        <a:ext cx="3394043" cy="504901"/>
      </dsp:txXfrm>
    </dsp:sp>
    <dsp:sp modelId="{7BDD2A7D-3816-4835-92DA-E10DA3112046}">
      <dsp:nvSpPr>
        <dsp:cNvPr id="0" name=""/>
        <dsp:cNvSpPr/>
      </dsp:nvSpPr>
      <dsp:spPr>
        <a:xfrm>
          <a:off x="4252779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2026	10	0	6 108	9398
2026	11	0	6 726	10348
2026	12	0	7 012	10788
2026	13	0	6 985	10747
2026	14	0	7 183	11052
2026	15	0	6 234	9592
2026	16	0	7 148	10997
2026	17	0	7 568	11643
2026	18	0	6 919	10646
2026	19	0	6 785	10439
2026	20	0	5 983	9206
2026	21	0	7 075	10886
2026	22	0	6 009	9246
2026	23	0	6 355	9778
2026	24	0	6 895	10608
2026	25	0	6 960	10709
2026	26	0	6 412	9865
2026	27	0	6 230	9585
2026	28	0	6 381	9818
2026	29	0	5 344	8222
2026	30	0	7 184	11053
2026	31	0	8 264	12715
</a:t>
          </a:r>
        </a:p>
      </dsp:txBody>
      <dsp:txXfrm>
        <a:off x="4252779" y="811881"/>
        <a:ext cx="2514943" cy="3394043"/>
      </dsp:txXfrm>
    </dsp:sp>
    <dsp:sp modelId="{1C790D66-7CC3-4ED2-AAD4-4678E365CD15}">
      <dsp:nvSpPr>
        <dsp:cNvPr id="0" name=""/>
        <dsp:cNvSpPr/>
      </dsp:nvSpPr>
      <dsp:spPr>
        <a:xfrm>
          <a:off x="3747877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6EE9A6-0AAF-4EE7-8F0B-C63AC0E6E912}">
      <dsp:nvSpPr>
        <dsp:cNvPr id="0" name=""/>
        <dsp:cNvSpPr/>
      </dsp:nvSpPr>
      <dsp:spPr>
        <a:xfrm rot="16200000">
          <a:off x="5989618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/>
            <a:t>CORTEXEXOGTarifs2026</a:t>
          </a:r>
        </a:p>
      </dsp:txBody>
      <dsp:txXfrm>
        <a:off x="5989618" y="2256453"/>
        <a:ext cx="3394043" cy="504901"/>
      </dsp:txXfrm>
    </dsp:sp>
    <dsp:sp modelId="{F2D1B3E5-758F-4DB7-8CB8-E4EBF0632939}">
      <dsp:nvSpPr>
        <dsp:cNvPr id="0" name=""/>
        <dsp:cNvSpPr/>
      </dsp:nvSpPr>
      <dsp:spPr>
        <a:xfrm>
          <a:off x="7939090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600" kern="1200"/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2026	10	0	6 122	9420
2026	11	0	6 760	10400
2026	12	0	7 061	10863
2026	13	0	7 048	10843
2026	14	0	7 208	11091
2026	15	0	6 254	9622
2026	16	0	7 190	11062
2026	17	0	7 616	11718
2026	18	0	6 945	10686
2026	19	0	6 793	10451
2026	20	0	6 030	9278
2026	21	0	7 128	10966
2026	22	0	6 074	9346
2026	23	0	6 394	9837
2026	24	0	6 946	10687
2026	25	0	7 030	10816
2026	26	0	6 503	10005
2026	27	0	6 279	9661
2026	28	0	6 415	9871
2026	29	0	5 403	8313
2026	30	0	7 246	11148
2026	31	0	8 342	12835</a:t>
          </a:r>
        </a:p>
      </dsp:txBody>
      <dsp:txXfrm>
        <a:off x="7939090" y="811881"/>
        <a:ext cx="2514943" cy="3394043"/>
      </dsp:txXfrm>
    </dsp:sp>
    <dsp:sp modelId="{7257F43F-E963-4FCC-A8E2-C9A3A2C7BA70}">
      <dsp:nvSpPr>
        <dsp:cNvPr id="0" name=""/>
        <dsp:cNvSpPr/>
      </dsp:nvSpPr>
      <dsp:spPr>
        <a:xfrm>
          <a:off x="7434189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A6228C-5F7F-437E-8652-266501A24519}">
      <dsp:nvSpPr>
        <dsp:cNvPr id="0" name=""/>
        <dsp:cNvSpPr/>
      </dsp:nvSpPr>
      <dsp:spPr>
        <a:xfrm rot="16200000">
          <a:off x="-1383004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MINUS</a:t>
          </a:r>
        </a:p>
      </dsp:txBody>
      <dsp:txXfrm>
        <a:off x="-1383004" y="2256453"/>
        <a:ext cx="3394043" cy="504901"/>
      </dsp:txXfrm>
    </dsp:sp>
    <dsp:sp modelId="{CAA7D2F3-A00D-4477-B9B5-17D2D64B5048}">
      <dsp:nvSpPr>
        <dsp:cNvPr id="0" name=""/>
        <dsp:cNvSpPr/>
      </dsp:nvSpPr>
      <dsp:spPr>
        <a:xfrm>
          <a:off x="566467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600" kern="1200"/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2026	10	0	6 177	9504
2026	11	0	6 877	10581
2026	12	0	7 184	11053
2026	13	0	7 149	10999
2026	14	0	7 474	11499
2026	15	0	6 572	10112
2026	16	0	7 568	11644
2026	17	0	7 928	12198
2026	18	0	7 049	10845
2026	19	0	6 704	10315
2026	20	0	5 746	8841
2026	21	0	6 870	10570
2026	22	0	5 813	8943
2026	23	0	6 061	9325
2026	24	0	6 541	10063
2026	25	0	6 587	10135
2026	26	0	6 137	9443
2026	27	0	6 159	9476
2026	28	0	6 475	9962
2026	29	0	5 479	8430
2026	30	0	7 316	11257
2026	31	0	8 414	12946
</a:t>
          </a:r>
        </a:p>
      </dsp:txBody>
      <dsp:txXfrm>
        <a:off x="566467" y="811881"/>
        <a:ext cx="2514943" cy="3394043"/>
      </dsp:txXfrm>
    </dsp:sp>
    <dsp:sp modelId="{9BDFA353-ED46-4D80-AFC8-9E7076AE0655}">
      <dsp:nvSpPr>
        <dsp:cNvPr id="0" name=""/>
        <dsp:cNvSpPr/>
      </dsp:nvSpPr>
      <dsp:spPr>
        <a:xfrm>
          <a:off x="61566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FABDBA-9B9C-4369-A77C-27ACEEB55CC2}">
      <dsp:nvSpPr>
        <dsp:cNvPr id="0" name=""/>
        <dsp:cNvSpPr/>
      </dsp:nvSpPr>
      <dsp:spPr>
        <a:xfrm rot="16200000">
          <a:off x="2303306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CORTEX EXOG</a:t>
          </a:r>
        </a:p>
      </dsp:txBody>
      <dsp:txXfrm>
        <a:off x="2303306" y="2256453"/>
        <a:ext cx="3394043" cy="504901"/>
      </dsp:txXfrm>
    </dsp:sp>
    <dsp:sp modelId="{7BDD2A7D-3816-4835-92DA-E10DA3112046}">
      <dsp:nvSpPr>
        <dsp:cNvPr id="0" name=""/>
        <dsp:cNvSpPr/>
      </dsp:nvSpPr>
      <dsp:spPr>
        <a:xfrm>
          <a:off x="4252779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2026	10	0	6 108	9398
2026	11	0	6 726	10348
2026	12	0	7 012	10788
2026	13	0	6 985	10747
2026	14	0	7 183	11052
2026	15	0	6 234	9592
2026	16	0	7 148	10997
2026	17	0	7 568	11643
2026	18	0	6 919	10646
2026	19	0	6 785	10439
2026	20	0	5 983	9206
2026	21	0	7 075	10886
2026	22	0	6 009	9246
2026	23	0	6 355	9778
2026	24	0	6 895	10608
2026	25	0	6 960	10709
2026	26	0	6 412	9865
2026	27	0	6 230	9585
2026	28	0	6 381	9818
2026	29	0	5 344	8222
2026	30	0	7 184	11053
2026	31	0	8 264	12715
</a:t>
          </a:r>
        </a:p>
      </dsp:txBody>
      <dsp:txXfrm>
        <a:off x="4252779" y="811881"/>
        <a:ext cx="2514943" cy="3394043"/>
      </dsp:txXfrm>
    </dsp:sp>
    <dsp:sp modelId="{1C790D66-7CC3-4ED2-AAD4-4678E365CD15}">
      <dsp:nvSpPr>
        <dsp:cNvPr id="0" name=""/>
        <dsp:cNvSpPr/>
      </dsp:nvSpPr>
      <dsp:spPr>
        <a:xfrm>
          <a:off x="3747877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6EE9A6-0AAF-4EE7-8F0B-C63AC0E6E912}">
      <dsp:nvSpPr>
        <dsp:cNvPr id="0" name=""/>
        <dsp:cNvSpPr/>
      </dsp:nvSpPr>
      <dsp:spPr>
        <a:xfrm rot="16200000">
          <a:off x="5989618" y="2256453"/>
          <a:ext cx="3394043" cy="5049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445295" bIns="0" numCol="1" spcCol="1270" anchor="t" anchorCtr="0">
          <a:noAutofit/>
        </a:bodyPr>
        <a:lstStyle/>
        <a:p>
          <a:pPr marL="0" lvl="0" indent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CORTEXEXOGTarifs2026PRIS EN COMPTE</a:t>
          </a:r>
        </a:p>
        <a:p>
          <a:pPr marL="0" lvl="0" indent="0" algn="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200" kern="1200" dirty="0"/>
        </a:p>
      </dsp:txBody>
      <dsp:txXfrm>
        <a:off x="5989618" y="2256453"/>
        <a:ext cx="3394043" cy="504901"/>
      </dsp:txXfrm>
    </dsp:sp>
    <dsp:sp modelId="{F2D1B3E5-758F-4DB7-8CB8-E4EBF0632939}">
      <dsp:nvSpPr>
        <dsp:cNvPr id="0" name=""/>
        <dsp:cNvSpPr/>
      </dsp:nvSpPr>
      <dsp:spPr>
        <a:xfrm>
          <a:off x="7939090" y="811881"/>
          <a:ext cx="2514943" cy="339404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445295" rIns="56896" bIns="5689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600" kern="1200" dirty="0"/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600" kern="1200" dirty="0"/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600" kern="1200" dirty="0"/>
            <a:t>
2026	10	0	6 158	9474
2026	11	0	6 886	10595
2026	12	0	7 160	11017
2026	13	0	7 139	10983
2026	14	0	7 338	11290
2026	15	0	6 399	9846
2026	16	0	7 315	11255
2026	17	0	7 717	11873
2026	18	0	6 928	10659
2026	19	0	6 814	10483
2026	20	0	5 997	9226
2026	21	0	7 078	10890
2026	22	0	5 999	9230
2026	23	0	6 387	9828
2026	24	0	6 901	10617
2026	25	0	6 955	10701
2026	26	0	6 416	9871
2026	27	0	6 235	9593
2026	28	0	6 393	9836
2026	29	0	5 356	8241
</a:t>
          </a:r>
        </a:p>
      </dsp:txBody>
      <dsp:txXfrm>
        <a:off x="7939090" y="811881"/>
        <a:ext cx="2514943" cy="3394043"/>
      </dsp:txXfrm>
    </dsp:sp>
    <dsp:sp modelId="{7257F43F-E963-4FCC-A8E2-C9A3A2C7BA70}">
      <dsp:nvSpPr>
        <dsp:cNvPr id="0" name=""/>
        <dsp:cNvSpPr/>
      </dsp:nvSpPr>
      <dsp:spPr>
        <a:xfrm>
          <a:off x="7434189" y="145412"/>
          <a:ext cx="1009802" cy="1009802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530392-35BB-6A8A-B06C-1E81D5C8EF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A6F9AAB-5763-8078-A091-3617E9298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8B6CF4-CE89-0373-F335-EDB8465AE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450455-501A-F1C9-C076-11B414B6D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BD75F-5081-1E97-748F-CEF7F285A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8890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FE0EF5-AEB9-BA3F-8F5D-1304ED6D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ED4C8E-D5C8-FCB0-EB6C-9A208A22B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18B34BE-39C8-1C33-83AB-47666D74F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41C8F1-D659-5676-9C03-E40964B9E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417049-C82B-F537-5D76-3A2CA1D72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2056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F0F6E7-AB05-18BF-9732-636C21CE1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2E4349-9C5A-6413-CD9D-3BC2D99D9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BF0723-E49D-92C4-D8BA-BF68D5D9A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014CF8-48D0-2037-8B53-65F8B042C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FD9DDB-C934-7736-9FFF-7309AED81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6607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2D9C88-B5F5-2D85-0988-BDEC3419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48402A-AFB8-4716-49C0-0E4C7AC3AB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CF9CA7A-CF39-DA64-C549-0BDEA3B74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E439AB0-31E4-611B-E5DF-7DE44AB20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6AD2538-5E88-15F0-25E9-23CC1292A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7AC6CD-8250-86BF-519B-8AB632EC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624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CBB69C-7F94-8519-A092-EDF48B363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75B27E-FD97-69AC-3BFE-9746CD6DC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1818608-5382-AD2F-533B-C6A9758A6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0E73313-A568-2E2F-DC84-8EDCCFD1EB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EE8FC8-339E-FCA4-CA8A-7854B2F531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72A3EDD-0D5C-3C6D-4898-F72724400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C91AB78-13FF-4F4A-1289-5C376B4D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3C15841-65E6-D999-7173-295A4339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4941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E7A833-435E-189D-19C9-E14B171C7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15F2DBE-AE73-3608-0AC7-F116573DB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F87BF8-70BA-E9B6-B12F-34F4B0270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F798F2D-1F0F-0FAB-1162-B9EFC7BA8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5396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3819C76-206E-6EB7-DF57-94E4D4FBB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F7E6F03-87F9-311A-EC48-3C10D49D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59EEB8C-CB90-6B37-20D2-DE496BA45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717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F9860C-DC83-7B55-1030-CB72AE5A9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FFF693-F412-1479-E558-A0FB66945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57DAF8D-A63E-E9BC-8D4F-E6A96A4FD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6B8F46-C5FD-4CD6-D241-BD609F64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3FFA424-2A79-5FBE-8496-DE84E7DBB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D278F-4F1A-20DA-0427-A12E4F32F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0702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7CA992-1BA4-F4C4-BEFF-AB69D7EE1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020EC5-7E5F-494F-ED7A-7C47616F1E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7DE2A92-CCB3-3BB4-23CD-88ED235C3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8631A1-1AB4-8892-E89B-B747A5EEF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36BC339-331E-8593-F74E-FBDB650F8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EC758B4-CD6E-B3F4-EEA8-D16F5BDC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4658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76DD0-96E9-DE9D-8EBD-2419B8845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67C9060-7E2D-8C8F-71B3-3313AFD08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883D87-C9AC-7F96-7621-97538636B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658CAA-5AAB-5F92-BD24-B5852DAA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A628ED-D1FC-7315-1CD5-6F1D313F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5774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817AA29-0EE0-042A-3ED8-34BB1F81CC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D28F40F-46F6-E8DC-66AE-D86338E81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C471C9-6F42-F38B-5E76-44E4ED9C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4B093C-AE16-B9BC-EF5A-6D0394272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D35537-2DE7-47D3-CC24-CB28C0733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296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4E93CB4-352B-A83D-5718-ACC6E1554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96F50F-22FD-7494-3602-234E1D6AC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3FE5C05-811E-BFBF-1D30-23A42F70B3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7D456-559D-4696-BBB8-8507F6F5D093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395038-6691-CCAD-49AD-BA57BB17C1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E37A0B-6657-B1FC-D396-13CA5E54F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7DDE9B-E13D-4213-9620-27841370FD3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057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39DDED-D259-F7A1-5F24-AF5A4E3A9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9280" y="360363"/>
            <a:ext cx="10281920" cy="1051878"/>
          </a:xfrm>
        </p:spPr>
        <p:txBody>
          <a:bodyPr/>
          <a:lstStyle/>
          <a:p>
            <a:r>
              <a:rPr lang="fr-FR" dirty="0"/>
              <a:t>Plan de travail prévisionnel 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75433B64-10D2-2860-D6B9-9A3C593390CD}"/>
              </a:ext>
            </a:extLst>
          </p:cNvPr>
          <p:cNvSpPr txBox="1">
            <a:spLocks/>
          </p:cNvSpPr>
          <p:nvPr/>
        </p:nvSpPr>
        <p:spPr>
          <a:xfrm>
            <a:off x="589280" y="1742123"/>
            <a:ext cx="10281920" cy="105187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 err="1"/>
              <a:t>Dataset</a:t>
            </a:r>
            <a:r>
              <a:rPr lang="fr-FR" dirty="0"/>
              <a:t> choisi : Stanford </a:t>
            </a:r>
            <a:r>
              <a:rPr lang="fr-FR" dirty="0" err="1"/>
              <a:t>Dogs</a:t>
            </a:r>
            <a:r>
              <a:rPr lang="fr-FR" dirty="0"/>
              <a:t> </a:t>
            </a:r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D3B4A49-10FC-C567-41D3-582A4C868546}"/>
              </a:ext>
            </a:extLst>
          </p:cNvPr>
          <p:cNvSpPr txBox="1">
            <a:spLocks/>
          </p:cNvSpPr>
          <p:nvPr/>
        </p:nvSpPr>
        <p:spPr>
          <a:xfrm>
            <a:off x="121920" y="3271521"/>
            <a:ext cx="11795760" cy="105187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Technique et modèle utilisé : </a:t>
            </a:r>
            <a:r>
              <a:rPr lang="fr-FR" dirty="0" err="1"/>
              <a:t>Swin</a:t>
            </a:r>
            <a:r>
              <a:rPr lang="fr-FR" dirty="0"/>
              <a:t> Transformer 2021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B09EFD9-EF29-947E-1D61-0D314DA2A3D8}"/>
              </a:ext>
            </a:extLst>
          </p:cNvPr>
          <p:cNvSpPr txBox="1"/>
          <p:nvPr/>
        </p:nvSpPr>
        <p:spPr>
          <a:xfrm>
            <a:off x="589280" y="4872336"/>
            <a:ext cx="10688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https://openaccess.thecvf.com/content/ICCV2021/papers/Liu_Swin_Transformer_Hierarchical_Vision_Transformer_Using_Shifted_Windows_ICCV_2021_paper.pdf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4097B43-A8A3-DCE0-3BE0-8402C02283BB}"/>
              </a:ext>
            </a:extLst>
          </p:cNvPr>
          <p:cNvSpPr txBox="1"/>
          <p:nvPr/>
        </p:nvSpPr>
        <p:spPr>
          <a:xfrm>
            <a:off x="589280" y="4154588"/>
            <a:ext cx="10688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Article de référence : </a:t>
            </a:r>
            <a:r>
              <a:rPr lang="fr-FR" b="1" dirty="0" err="1"/>
              <a:t>Swin</a:t>
            </a:r>
            <a:r>
              <a:rPr lang="fr-FR" b="1" dirty="0"/>
              <a:t> Transformer : </a:t>
            </a:r>
            <a:r>
              <a:rPr lang="fr-FR" b="1" dirty="0" err="1"/>
              <a:t>Hierarchical</a:t>
            </a:r>
            <a:r>
              <a:rPr lang="fr-FR" b="1" dirty="0"/>
              <a:t> Vision Transformer </a:t>
            </a:r>
            <a:r>
              <a:rPr lang="fr-FR" b="1" dirty="0" err="1"/>
              <a:t>using</a:t>
            </a:r>
            <a:r>
              <a:rPr lang="fr-FR" b="1" dirty="0"/>
              <a:t> </a:t>
            </a:r>
            <a:r>
              <a:rPr lang="fr-FR" b="1" dirty="0" err="1"/>
              <a:t>Shifted</a:t>
            </a:r>
            <a:r>
              <a:rPr lang="fr-FR" b="1" dirty="0"/>
              <a:t> Windows – Microsoft </a:t>
            </a:r>
            <a:r>
              <a:rPr lang="fr-FR" b="1" dirty="0" err="1"/>
              <a:t>Research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1124323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capture d’écran, affichage, logiciel&#10;&#10;Le contenu généré par l’IA peut être incorrect.">
            <a:extLst>
              <a:ext uri="{FF2B5EF4-FFF2-40B4-BE49-F238E27FC236}">
                <a16:creationId xmlns:a16="http://schemas.microsoft.com/office/drawing/2014/main" id="{487B1E7D-9148-FA07-D783-FBC7FEE76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314" y="810493"/>
            <a:ext cx="6021213" cy="4948526"/>
          </a:xfrm>
          <a:prstGeom prst="rect">
            <a:avLst/>
          </a:prstGeom>
        </p:spPr>
      </p:pic>
      <p:pic>
        <p:nvPicPr>
          <p:cNvPr id="9" name="Image 8" descr="Une image contenant texte, Appareils électroniques, capture d’écran, affichage&#10;&#10;Le contenu généré par l’IA peut être incorrect.">
            <a:extLst>
              <a:ext uri="{FF2B5EF4-FFF2-40B4-BE49-F238E27FC236}">
                <a16:creationId xmlns:a16="http://schemas.microsoft.com/office/drawing/2014/main" id="{2EA032D5-1F7F-F104-23FD-C8BD64593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73" y="2521334"/>
            <a:ext cx="4879784" cy="362633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0753FF5-7520-449B-B5D7-333A6DF67126}"/>
              </a:ext>
            </a:extLst>
          </p:cNvPr>
          <p:cNvSpPr txBox="1"/>
          <p:nvPr/>
        </p:nvSpPr>
        <p:spPr>
          <a:xfrm>
            <a:off x="1147864" y="6313251"/>
            <a:ext cx="1408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Best of CNN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1A32138-CCE6-71CC-3C93-D731D58CE7D5}"/>
              </a:ext>
            </a:extLst>
          </p:cNvPr>
          <p:cNvSpPr txBox="1"/>
          <p:nvPr/>
        </p:nvSpPr>
        <p:spPr>
          <a:xfrm>
            <a:off x="7548664" y="6050604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Vision transformer le + récent (aout 2025)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0D25657-9CD2-A4C5-BAAC-5E77323E209A}"/>
              </a:ext>
            </a:extLst>
          </p:cNvPr>
          <p:cNvSpPr txBox="1"/>
          <p:nvPr/>
        </p:nvSpPr>
        <p:spPr>
          <a:xfrm>
            <a:off x="3917372" y="6325815"/>
            <a:ext cx="2575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Hebergé</a:t>
            </a:r>
            <a:r>
              <a:rPr lang="fr-FR" dirty="0"/>
              <a:t> sur streamlit.io</a:t>
            </a:r>
          </a:p>
        </p:txBody>
      </p:sp>
      <p:pic>
        <p:nvPicPr>
          <p:cNvPr id="16" name="Image 15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87A2492-A368-30CA-FA23-ADB5CAA9B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432" y="365426"/>
            <a:ext cx="4991797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70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7B924620-963C-5E27-A8C4-F08C639823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0339766"/>
              </p:ext>
            </p:extLst>
          </p:nvPr>
        </p:nvGraphicFramePr>
        <p:xfrm>
          <a:off x="1524099" y="729575"/>
          <a:ext cx="8553756" cy="4591355"/>
        </p:xfrm>
        <a:graphic>
          <a:graphicData uri="http://schemas.openxmlformats.org/drawingml/2006/table">
            <a:tbl>
              <a:tblPr/>
              <a:tblGrid>
                <a:gridCol w="2138439">
                  <a:extLst>
                    <a:ext uri="{9D8B030D-6E8A-4147-A177-3AD203B41FA5}">
                      <a16:colId xmlns:a16="http://schemas.microsoft.com/office/drawing/2014/main" val="826896199"/>
                    </a:ext>
                  </a:extLst>
                </a:gridCol>
                <a:gridCol w="2138439">
                  <a:extLst>
                    <a:ext uri="{9D8B030D-6E8A-4147-A177-3AD203B41FA5}">
                      <a16:colId xmlns:a16="http://schemas.microsoft.com/office/drawing/2014/main" val="3966277618"/>
                    </a:ext>
                  </a:extLst>
                </a:gridCol>
                <a:gridCol w="2138439">
                  <a:extLst>
                    <a:ext uri="{9D8B030D-6E8A-4147-A177-3AD203B41FA5}">
                      <a16:colId xmlns:a16="http://schemas.microsoft.com/office/drawing/2014/main" val="1493370038"/>
                    </a:ext>
                  </a:extLst>
                </a:gridCol>
                <a:gridCol w="2138439">
                  <a:extLst>
                    <a:ext uri="{9D8B030D-6E8A-4147-A177-3AD203B41FA5}">
                      <a16:colId xmlns:a16="http://schemas.microsoft.com/office/drawing/2014/main" val="781980875"/>
                    </a:ext>
                  </a:extLst>
                </a:gridCol>
              </a:tblGrid>
              <a:tr h="3365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Modèle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Accuracy (Test)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Top-5 Accuracy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Observations majeures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8186200"/>
                  </a:ext>
                </a:extLst>
              </a:tr>
              <a:tr h="14182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MobileNetV2</a:t>
                      </a:r>
                      <a:endParaRPr lang="fr-FR" sz="13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76.32%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96.02%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Overfitting marqué</a:t>
                      </a:r>
                      <a:r>
                        <a:rPr lang="fr-F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(&gt;10% d'écart). Modèle léger, idéal pour mobile mais moins précis sur des classes visuellement proches.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662501"/>
                  </a:ext>
                </a:extLst>
              </a:tr>
              <a:tr h="14182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ConvNext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88.53%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99.22%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Excellent équilibre</a:t>
                      </a:r>
                      <a:r>
                        <a:rPr lang="fr-F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Architecture CNN moderne qui surpasse largement MobileNetV2 tout en restant très stable.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792235"/>
                  </a:ext>
                </a:extLst>
              </a:tr>
              <a:tr h="141827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DINOv3 (ViT)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88.01%</a:t>
                      </a:r>
                      <a:endParaRPr lang="fr-FR" sz="13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98.74%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3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Haute performance</a:t>
                      </a:r>
                      <a:r>
                        <a:rPr lang="fr-FR" sz="13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Utilise un Transformer (</a:t>
                      </a:r>
                      <a:r>
                        <a:rPr lang="fr-FR" sz="13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ViT</a:t>
                      </a:r>
                      <a:r>
                        <a:rPr lang="fr-FR" sz="13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). Résultats similaires à </a:t>
                      </a:r>
                      <a:r>
                        <a:rPr lang="fr-FR" sz="13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ConvNext</a:t>
                      </a:r>
                      <a:r>
                        <a:rPr lang="fr-FR" sz="13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très robuste pour capturer les nuances des races.</a:t>
                      </a:r>
                    </a:p>
                  </a:txBody>
                  <a:tcPr marL="85432" marR="85432" marT="56955" marB="5695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0161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2618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8A73F0-0173-D9F7-CE91-5E10CC997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Etapes : hébergement sur le cloud (via streamlit.io)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7F0CE0-CA19-E3AC-6D6F-2A775556E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Concernant l’hébergement des modèles sur le cloud, j’utilise </a:t>
            </a:r>
            <a:r>
              <a:rPr lang="fr-FR" dirty="0" err="1"/>
              <a:t>Huggingface</a:t>
            </a:r>
            <a:r>
              <a:rPr lang="fr-FR" dirty="0"/>
              <a:t> pour les modèles et le </a:t>
            </a:r>
            <a:r>
              <a:rPr lang="fr-FR" dirty="0" err="1"/>
              <a:t>dataset</a:t>
            </a:r>
            <a:r>
              <a:rPr lang="fr-FR" dirty="0"/>
              <a:t> des images en créant un csv de métadonnées pour les graphiques, métriques globales et EDA des images</a:t>
            </a:r>
          </a:p>
          <a:p>
            <a:r>
              <a:rPr lang="fr-FR" dirty="0"/>
              <a:t>Pour les images hébergées sur </a:t>
            </a:r>
            <a:r>
              <a:rPr lang="fr-FR" dirty="0" err="1"/>
              <a:t>huggingface</a:t>
            </a:r>
            <a:r>
              <a:rPr lang="fr-FR" dirty="0"/>
              <a:t>, l’app ne </a:t>
            </a:r>
            <a:r>
              <a:rPr lang="fr-FR"/>
              <a:t>téléchargera qu’un </a:t>
            </a:r>
            <a:r>
              <a:rPr lang="fr-FR" dirty="0"/>
              <a:t>échantillon d’images à la demande quand l’utilisateur sélectionnera une race de chiens  </a:t>
            </a:r>
          </a:p>
        </p:txBody>
      </p:sp>
    </p:spTree>
    <p:extLst>
      <p:ext uri="{BB962C8B-B14F-4D97-AF65-F5344CB8AC3E}">
        <p14:creationId xmlns:p14="http://schemas.microsoft.com/office/powerpoint/2010/main" val="4181619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174E2-8E15-BF12-4136-4BE79BF3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Accessibilité WCAG 2.1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00C878-BA53-D60B-A5B4-AFEF01264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WCAG_COLORS : mise en place d’une palette de couleurs adaptées aux personnes ayant une mauvaise vue (contraste sur fond blanc)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93218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1D6C9A-9485-1509-BB74-24A4C9BA3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 descr="Une image contenant texte, capture d’écran, Police, Page web&#10;&#10;Le contenu généré par l’IA peut être incorrect.">
            <a:extLst>
              <a:ext uri="{FF2B5EF4-FFF2-40B4-BE49-F238E27FC236}">
                <a16:creationId xmlns:a16="http://schemas.microsoft.com/office/drawing/2014/main" id="{C530B453-1A74-AD38-A7CA-F2C32BF5B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3053" y="-61090"/>
            <a:ext cx="9725893" cy="698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5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DD736D-FBA9-2573-95C7-302E8789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4473" cy="1325563"/>
          </a:xfrm>
        </p:spPr>
        <p:txBody>
          <a:bodyPr>
            <a:normAutofit/>
          </a:bodyPr>
          <a:lstStyle/>
          <a:p>
            <a:r>
              <a:rPr lang="fr-FR" sz="4000" dirty="0"/>
              <a:t>3 </a:t>
            </a:r>
            <a:r>
              <a:rPr lang="fr-FR" sz="4000" dirty="0" err="1"/>
              <a:t>Preds</a:t>
            </a:r>
            <a:r>
              <a:rPr lang="fr-FR" sz="4000" dirty="0"/>
              <a:t> – Minus/</a:t>
            </a:r>
            <a:r>
              <a:rPr lang="fr-FR" sz="4000" dirty="0" err="1"/>
              <a:t>Cortexexog</a:t>
            </a:r>
            <a:r>
              <a:rPr lang="fr-FR" sz="4000" dirty="0"/>
              <a:t>/</a:t>
            </a:r>
            <a:r>
              <a:rPr lang="fr-FR" sz="4000" dirty="0" err="1"/>
              <a:t>cortexexogetmajtarifs</a:t>
            </a:r>
            <a:endParaRPr lang="fr-FR" sz="4000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BC0751E7-9E21-C1A2-968F-292FD68B43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98019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3822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62CA1-1BCA-D352-C809-253D3DBA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6A5466-B928-0E22-3AEA-8B614887C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94473" cy="1325563"/>
          </a:xfrm>
        </p:spPr>
        <p:txBody>
          <a:bodyPr>
            <a:normAutofit/>
          </a:bodyPr>
          <a:lstStyle/>
          <a:p>
            <a:r>
              <a:rPr lang="fr-FR" sz="4000" dirty="0"/>
              <a:t>3 </a:t>
            </a:r>
            <a:r>
              <a:rPr lang="fr-FR" sz="4000" dirty="0" err="1"/>
              <a:t>Preds</a:t>
            </a:r>
            <a:r>
              <a:rPr lang="fr-FR" sz="4000" dirty="0"/>
              <a:t> – Minus/</a:t>
            </a:r>
            <a:r>
              <a:rPr lang="fr-FR" sz="4000" dirty="0" err="1"/>
              <a:t>Cortexexog</a:t>
            </a:r>
            <a:r>
              <a:rPr lang="fr-FR" sz="4000" dirty="0"/>
              <a:t>/</a:t>
            </a:r>
            <a:r>
              <a:rPr lang="fr-FR" sz="4000" dirty="0" err="1"/>
              <a:t>cortexexogetmajtarifs</a:t>
            </a:r>
            <a:endParaRPr lang="fr-FR" sz="4000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3AF8E698-815D-764C-5D21-B3851970D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833776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09504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990802-57C7-874D-D60F-9F370418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555C79-D237-224A-5D47-455016DA7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 descr="Une image contenant texte, nombre&#10;&#10;Le contenu généré par l’IA peut être incorrect.">
            <a:extLst>
              <a:ext uri="{FF2B5EF4-FFF2-40B4-BE49-F238E27FC236}">
                <a16:creationId xmlns:a16="http://schemas.microsoft.com/office/drawing/2014/main" id="{0A22EE21-ABA5-7FB8-AE40-54724A84FA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77" y="637785"/>
            <a:ext cx="10364646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817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4337</TotalTime>
  <Words>1730</Words>
  <Application>Microsoft Office PowerPoint</Application>
  <PresentationFormat>Grand écran</PresentationFormat>
  <Paragraphs>43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Google Sans Text</vt:lpstr>
      <vt:lpstr>Thème Office</vt:lpstr>
      <vt:lpstr>Plan de travail prévisionnel </vt:lpstr>
      <vt:lpstr>Présentation PowerPoint</vt:lpstr>
      <vt:lpstr>Présentation PowerPoint</vt:lpstr>
      <vt:lpstr>Etapes : hébergement sur le cloud (via streamlit.io)</vt:lpstr>
      <vt:lpstr>Accessibilité WCAG 2.1</vt:lpstr>
      <vt:lpstr>Présentation PowerPoint</vt:lpstr>
      <vt:lpstr>3 Preds – Minus/Cortexexog/cortexexogetmajtarifs</vt:lpstr>
      <vt:lpstr>3 Preds – Minus/Cortexexog/cortexexogetmajtarifs</vt:lpstr>
      <vt:lpstr>Présentation PowerPoint</vt:lpstr>
    </vt:vector>
  </TitlesOfParts>
  <Company>Groupe Liebot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GOLDSTEIN Ludivine</dc:creator>
  <cp:lastModifiedBy>GOLDSTEIN Ludivine</cp:lastModifiedBy>
  <cp:revision>7</cp:revision>
  <dcterms:created xsi:type="dcterms:W3CDTF">2026-02-06T13:10:43Z</dcterms:created>
  <dcterms:modified xsi:type="dcterms:W3CDTF">2026-03-11T07:47:45Z</dcterms:modified>
</cp:coreProperties>
</file>